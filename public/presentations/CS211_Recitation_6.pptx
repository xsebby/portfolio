
<file path=[Content_Types].xml><?xml version="1.0" encoding="utf-8"?>
<Types xmlns="http://schemas.openxmlformats.org/package/2006/content-types">
  <Default Extension="xml" ContentType="application/vnd.openxmlformats-package.core-properties+xml"/>
  <Default Extension="dat" ContentType="application/x-fontdata"/>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e14fd2ee91a43d6" /><Relationship Type="http://schemas.openxmlformats.org/officeDocument/2006/relationships/extended-properties" Target="/docProps/app.xml" Id="Refe2df0cb1f441e4" /><Relationship Type="http://schemas.openxmlformats.org/officeDocument/2006/relationships/officeDocument" Target="/ppt/presentation.xml" Id="Rd7ae83f198134d4f" /></Relationships>
</file>

<file path=ppt/presentation.xml><?xml version="1.0" encoding="utf-8"?>
<p:presentation xmlns:p="http://schemas.openxmlformats.org/presentationml/2006/main" embedTrueTypeFonts="1" saveSubsetFonts="0">
  <p:sldMasterIdLst>
    <p:sldMasterId xmlns:r="http://schemas.openxmlformats.org/officeDocument/2006/relationships" id="2147483648" r:id="Rce37a3c3114c4fbb"/>
  </p:sldMasterIdLst>
  <p:notesMasterIdLst>
    <p:notesMasterId xmlns:r="http://schemas.openxmlformats.org/officeDocument/2006/relationships" r:id="R5c35e858747f439c"/>
  </p:notesMasterIdLst>
  <p:sldIdLst>
    <p:sldId xmlns:r="http://schemas.openxmlformats.org/officeDocument/2006/relationships" id="256" r:id="Rc0b04962c1d14109"/>
    <p:sldId xmlns:r="http://schemas.openxmlformats.org/officeDocument/2006/relationships" id="257" r:id="Rd5598d8b35224914"/>
    <p:sldId xmlns:r="http://schemas.openxmlformats.org/officeDocument/2006/relationships" id="258" r:id="R0001a3d091b941ea"/>
    <p:sldId xmlns:r="http://schemas.openxmlformats.org/officeDocument/2006/relationships" id="259" r:id="R061d007f5163488a"/>
    <p:sldId xmlns:r="http://schemas.openxmlformats.org/officeDocument/2006/relationships" id="260" r:id="R093fe9de0fa04d5b"/>
    <p:sldId xmlns:r="http://schemas.openxmlformats.org/officeDocument/2006/relationships" id="261" r:id="R4405dd60f6e64fe1"/>
    <p:sldId xmlns:r="http://schemas.openxmlformats.org/officeDocument/2006/relationships" id="262" r:id="R2d46f393895b47f7"/>
    <p:sldId xmlns:r="http://schemas.openxmlformats.org/officeDocument/2006/relationships" id="263" r:id="Rb45b38a895b34685"/>
    <p:sldId xmlns:r="http://schemas.openxmlformats.org/officeDocument/2006/relationships" id="264" r:id="Rc26d04a3c4134368"/>
    <p:sldId xmlns:r="http://schemas.openxmlformats.org/officeDocument/2006/relationships" id="265" r:id="R527aeb9a87c044dd"/>
    <p:sldId xmlns:r="http://schemas.openxmlformats.org/officeDocument/2006/relationships" id="266" r:id="Ra5959446f9ae4689"/>
    <p:sldId xmlns:r="http://schemas.openxmlformats.org/officeDocument/2006/relationships" id="267" r:id="R6fd01f14fd4d48e0"/>
    <p:sldId xmlns:r="http://schemas.openxmlformats.org/officeDocument/2006/relationships" id="268" r:id="R02183aec252d477a"/>
    <p:sldId xmlns:r="http://schemas.openxmlformats.org/officeDocument/2006/relationships" id="269" r:id="R54be0667eeb44c19"/>
    <p:sldId xmlns:r="http://schemas.openxmlformats.org/officeDocument/2006/relationships" id="270" r:id="R27efccb5765d4072"/>
    <p:sldId xmlns:r="http://schemas.openxmlformats.org/officeDocument/2006/relationships" id="271" r:id="R760e4731d18341b3"/>
    <p:sldId xmlns:r="http://schemas.openxmlformats.org/officeDocument/2006/relationships" id="272" r:id="Reeac349dda054a70"/>
  </p:sldIdLst>
  <p:sldSz cx="12192000" cy="6858000"/>
  <p:notesSz cx="6858000" cy="9144000"/>
  <p:embeddedFontLst>
    <p:embeddedFont>
      <p:font typeface="OpenAI Sans"/>
      <p:regular xmlns:r="http://schemas.openxmlformats.org/officeDocument/2006/relationships" r:id="Ref6c7c355c124c65"/>
      <p:bold xmlns:r="http://schemas.openxmlformats.org/officeDocument/2006/relationships" r:id="R159c817443a34e57"/>
      <p:italic xmlns:r="http://schemas.openxmlformats.org/officeDocument/2006/relationships" r:id="R0c15ccd6159846fe"/>
      <p:boldItalic xmlns:r="http://schemas.openxmlformats.org/officeDocument/2006/relationships" r:id="R35b3b56cd8184365"/>
    </p:embeddedFont>
  </p:embeddedFontLst>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33efc63466d14eb4" /><Relationship Type="http://schemas.openxmlformats.org/officeDocument/2006/relationships/slideMaster" Target="/ppt/slideMasters/slideMaster1.xml" Id="Rce37a3c3114c4fbb" /><Relationship Type="http://schemas.openxmlformats.org/officeDocument/2006/relationships/notesMaster" Target="/ppt/notesMasters/notesMaster1.xml" Id="R5c35e858747f439c" /><Relationship Type="http://schemas.openxmlformats.org/officeDocument/2006/relationships/presProps" Target="/ppt/presProps.xml" Id="R6f8bcb7c632e4651" /><Relationship Type="http://schemas.openxmlformats.org/officeDocument/2006/relationships/viewProps" Target="/ppt/viewProps.xml" Id="R65bd00812b5c4e68" /><Relationship Type="http://schemas.openxmlformats.org/officeDocument/2006/relationships/tableStyles" Target="/ppt/tableStyles.xml" Id="R9ebcaaed1748416b" /><Relationship Type="http://schemas.openxmlformats.org/officeDocument/2006/relationships/font" Target="/ppt/fonts/font.dat" Id="Ref6c7c355c124c65" /><Relationship Type="http://schemas.openxmlformats.org/officeDocument/2006/relationships/font" Target="/ppt/fonts/font2.dat" Id="R159c817443a34e57" /><Relationship Type="http://schemas.openxmlformats.org/officeDocument/2006/relationships/font" Target="/ppt/fonts/font3.dat" Id="R0c15ccd6159846fe" /><Relationship Type="http://schemas.openxmlformats.org/officeDocument/2006/relationships/font" Target="/ppt/fonts/font4.dat" Id="R35b3b56cd8184365" /><Relationship Type="http://schemas.openxmlformats.org/officeDocument/2006/relationships/slide" Target="/ppt/slides/slide1.xml" Id="Rc0b04962c1d14109" /><Relationship Type="http://schemas.openxmlformats.org/officeDocument/2006/relationships/slide" Target="/ppt/slides/slide2.xml" Id="Rd5598d8b35224914" /><Relationship Type="http://schemas.openxmlformats.org/officeDocument/2006/relationships/slide" Target="/ppt/slides/slide3.xml" Id="R0001a3d091b941ea" /><Relationship Type="http://schemas.openxmlformats.org/officeDocument/2006/relationships/slide" Target="/ppt/slides/slide4.xml" Id="R061d007f5163488a" /><Relationship Type="http://schemas.openxmlformats.org/officeDocument/2006/relationships/slide" Target="/ppt/slides/slide5.xml" Id="R093fe9de0fa04d5b" /><Relationship Type="http://schemas.openxmlformats.org/officeDocument/2006/relationships/slide" Target="/ppt/slides/slide6.xml" Id="R4405dd60f6e64fe1" /><Relationship Type="http://schemas.openxmlformats.org/officeDocument/2006/relationships/slide" Target="/ppt/slides/slide7.xml" Id="R2d46f393895b47f7" /><Relationship Type="http://schemas.openxmlformats.org/officeDocument/2006/relationships/slide" Target="/ppt/slides/slide8.xml" Id="Rb45b38a895b34685" /><Relationship Type="http://schemas.openxmlformats.org/officeDocument/2006/relationships/slide" Target="/ppt/slides/slide9.xml" Id="Rc26d04a3c4134368" /><Relationship Type="http://schemas.openxmlformats.org/officeDocument/2006/relationships/slide" Target="/ppt/slides/slide10.xml" Id="R527aeb9a87c044dd" /><Relationship Type="http://schemas.openxmlformats.org/officeDocument/2006/relationships/slide" Target="/ppt/slides/slide11.xml" Id="Ra5959446f9ae4689" /><Relationship Type="http://schemas.openxmlformats.org/officeDocument/2006/relationships/slide" Target="/ppt/slides/slide12.xml" Id="R6fd01f14fd4d48e0" /><Relationship Type="http://schemas.openxmlformats.org/officeDocument/2006/relationships/slide" Target="/ppt/slides/slide13.xml" Id="R02183aec252d477a" /><Relationship Type="http://schemas.openxmlformats.org/officeDocument/2006/relationships/slide" Target="/ppt/slides/slide14.xml" Id="R54be0667eeb44c19" /><Relationship Type="http://schemas.openxmlformats.org/officeDocument/2006/relationships/slide" Target="/ppt/slides/slide15.xml" Id="R27efccb5765d4072" /><Relationship Type="http://schemas.openxmlformats.org/officeDocument/2006/relationships/slide" Target="/ppt/slides/slide16.xml" Id="R760e4731d18341b3" /><Relationship Type="http://schemas.openxmlformats.org/officeDocument/2006/relationships/slide" Target="/ppt/slides/slide17.xml" Id="Reeac349dda054a7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5c28d9a62e7446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dk1" tx1="lt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6d636aee1d14486" /><Relationship Type="http://schemas.openxmlformats.org/officeDocument/2006/relationships/notesMaster" Target="/ppt/notesMasters/notesMaster1.xml" Id="Rc9c6b1a7e2d44b1b" /></Relationships>
</file>

<file path=ppt/notesSlides/_rels/notesSlide2.xml.rels>&#65279;<?xml version="1.0" encoding="utf-8"?><Relationships xmlns="http://schemas.openxmlformats.org/package/2006/relationships"><Relationship Type="http://schemas.openxmlformats.org/officeDocument/2006/relationships/slide" Target="/ppt/slides/slide2.xml" Id="Rab09e5e01a8840bc" /><Relationship Type="http://schemas.openxmlformats.org/officeDocument/2006/relationships/notesMaster" Target="/ppt/notesMasters/notesMaster1.xml" Id="Ra1a9bdeec08044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b088d21cef8440b3" /><Relationship Type="http://schemas.openxmlformats.org/officeDocument/2006/relationships/notesMaster" Target="/ppt/notesMasters/notesMaster1.xml" Id="R174560416865474b" /></Relationships>
</file>

<file path=ppt/notesSlides/_rels/notesSlide4.xml.rels>&#65279;<?xml version="1.0" encoding="utf-8"?><Relationships xmlns="http://schemas.openxmlformats.org/package/2006/relationships"><Relationship Type="http://schemas.openxmlformats.org/officeDocument/2006/relationships/slide" Target="/ppt/slides/slide4.xml" Id="Ree0e0c27c4e841a5" /><Relationship Type="http://schemas.openxmlformats.org/officeDocument/2006/relationships/notesMaster" Target="/ppt/notesMasters/notesMaster1.xml" Id="R1b4e6e0a44ff4e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b9775b4d13bb4f24" /><Relationship Type="http://schemas.openxmlformats.org/officeDocument/2006/relationships/notesMaster" Target="/ppt/notesMasters/notesMaster1.xml" Id="R994b8e26119f4ec5" /></Relationships>
</file>

<file path=ppt/notesSlides/_rels/notesSlide6.xml.rels>&#65279;<?xml version="1.0" encoding="utf-8"?><Relationships xmlns="http://schemas.openxmlformats.org/package/2006/relationships"><Relationship Type="http://schemas.openxmlformats.org/officeDocument/2006/relationships/slide" Target="/ppt/slides/slide6.xml" Id="Raa44cd8179f3456d" /><Relationship Type="http://schemas.openxmlformats.org/officeDocument/2006/relationships/notesMaster" Target="/ppt/notesMasters/notesMaster1.xml" Id="R01c0f046b9f3415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10ac0ca7b9547f2" /><Relationship Type="http://schemas.openxmlformats.org/officeDocument/2006/relationships/notesMaster" Target="/ppt/notesMasters/notesMaster1.xml" Id="R221b0b5cffbd40ae" /></Relationships>
</file>

<file path=ppt/notesSlides/_rels/notesSlide8.xml.rels>&#65279;<?xml version="1.0" encoding="utf-8"?><Relationships xmlns="http://schemas.openxmlformats.org/package/2006/relationships"><Relationship Type="http://schemas.openxmlformats.org/officeDocument/2006/relationships/slide" Target="/ppt/slides/slide8.xml" Id="R7fe442faebe14315" /><Relationship Type="http://schemas.openxmlformats.org/officeDocument/2006/relationships/notesMaster" Target="/ppt/notesMasters/notesMaster1.xml" Id="R4ec4fa703f9c421b" /></Relationships>
</file>

<file path=ppt/notesSlides/_rels/notesSlide9.xml.rels>&#65279;<?xml version="1.0" encoding="utf-8"?><Relationships xmlns="http://schemas.openxmlformats.org/package/2006/relationships"><Relationship Type="http://schemas.openxmlformats.org/officeDocument/2006/relationships/slide" Target="/ppt/slides/slide9.xml" Id="R1b35836a52864473" /><Relationship Type="http://schemas.openxmlformats.org/officeDocument/2006/relationships/notesMaster" Target="/ppt/notesMasters/notesMaster1.xml" Id="R54515ec9b9b9409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897c0ff130548fc" /><Relationship Type="http://schemas.openxmlformats.org/officeDocument/2006/relationships/notesMaster" Target="/ppt/notesMasters/notesMaster1.xml" Id="R6339fb0b29e347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44ff5434a3549df" /><Relationship Type="http://schemas.openxmlformats.org/officeDocument/2006/relationships/notesMaster" Target="/ppt/notesMasters/notesMaster1.xml" Id="Ra2840c694dd44f5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2957d4aa5ddd47fb" /><Relationship Type="http://schemas.openxmlformats.org/officeDocument/2006/relationships/notesMaster" Target="/ppt/notesMasters/notesMaster1.xml" Id="Rd19fd3761b554be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d2ab1491b54cac" /><Relationship Type="http://schemas.openxmlformats.org/officeDocument/2006/relationships/notesMaster" Target="/ppt/notesMasters/notesMaster1.xml" Id="R250e206f0e22486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5407af94179c425a" /><Relationship Type="http://schemas.openxmlformats.org/officeDocument/2006/relationships/notesMaster" Target="/ppt/notesMasters/notesMaster1.xml" Id="R9f21e400325a4c7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d2bec70cfa06462d" /><Relationship Type="http://schemas.openxmlformats.org/officeDocument/2006/relationships/notesMaster" Target="/ppt/notesMasters/notesMaster1.xml" Id="R0826accad24f4473"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68c9f7c0309a4764" /><Relationship Type="http://schemas.openxmlformats.org/officeDocument/2006/relationships/notesMaster" Target="/ppt/notesMasters/notesMaster1.xml" Id="R5615aa6ec88a4a08"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6b484ca8d8164d9e" /><Relationship Type="http://schemas.openxmlformats.org/officeDocument/2006/relationships/notesMaster" Target="/ppt/notesMasters/notesMaster1.xml" Id="R8dbb2f4b05a246d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Review topics through Lecture 11, as confirmed by the This Quiz section of https://firner.com/presentations/cs211/2026-Fall/cs211_13/ . Use the questions for board work before revealing answers. Examples are original practice problems.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Sources: https://firner.com/presentations/cs211/2026-Fall/cs211_08/ (Registers and Memory), https://firner.com/presentations/cs211/2026-Fall/cs211_09/ (Stack Vs Heap Memory), and https://firner.com/presentations/cs211/2026-Fall/cs211_10/ (Why Align?). A processor has far less register capacity than addressable stack memory. Stack and heap are regions of a process's virtual address space, not separate types of physical RAM.</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https://firner.com/presentations/cs211/2026-Fall/cs211_08/ (Returning an Array, Memory Ownership) and https://firner.com/presentations/cs211/2026-Fall/cs211_09/ (Returning Memory). Answer: returning the address does not extend scores' lifetime. No access to the dead object is valid, even if memory appears unchanged. Caller-owned output storage is another possible fix. This example uses a fixed-size array so the lifetime issue is independent of VLA support.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No. scores has automatic storage duration; its lifetime ends when the function returns. Reading p[0] afterward is invalid. A successful malloc allocation remains alive until it is freed, so its pointer can be returned. The caller must take responsibility for freeing it.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(malloc, calloc, and free; Failure; The Operating System; free Rules). The allocator can reuse existing blocks without asking the OS on every call. C permits implicit conversion from void* to an object pointer; no cast is needed. Setting p to NULL does not repair any other aliases. free(NULL) is permitted. Do not free an automatic array or an interior pointer.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(Tracking Size) and Lecture 08 (sizeof). These are stated target assumptions, not universal C sizes. sizeof p does not report the number of elements. sizeof *p with a non-VLA type does not read the pointed-to value. A local pointer may live in a register or a stack slot.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sizeof p = 8 bytes. sizeof *p = 8 bytes because *p has type double. The allocation requests 6 × 8 = 48 bytes, excluding allocator overhead. free(p) releases the allocated block; p itself remains in scope and must not be used to access the freed memory.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https://firner.com/presentations/cs211/2026-Fall/cs211_10/ (Structs, Bit Fields, Union Syntax). A union is large and aligned enough for any member; its size can include padding. Reinterpreting a floating-point representation is not numeric conversion. Bit-field ordering is not guaranteed merely by specifying endianness. For the review's float examples, explicit shifts define the bit positions.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https://firner.com/presentations/cs211/2026-Fall/cs211_10/ (Memory Alignment, Alignment, Packing). Board activity: draw 12 byte slots and label fields, then padding. Tail padding allows each element of an array of Records to keep the required alignment. Do not say every struct is aligned to 8 or that alignment guarantees an entire struct fits in one memory fetch; required alignment depends on members and the ABI.</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tag starts at byte 0; count at byte 4; ready at byte 8. Bytes 1–3 are internal padding and bytes 9–11 are tail padding, so the struct is 12 bytes with alignment 4. As a union, every member starts at byte 0 and the size is 4 bytes under these assumptions.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(Bias in FP32, Normalized Numbers, Equations). In course terminology, the fraction field may be called significand or mantissa; distinguish the stored fraction from the complete significand 1.f. The superscript denominator counts fraction bits, not total bits.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 Original practice values. Answer: -5.25. Common mistakes: interpreting sign 1 as positive; using exponent 129 without subtracting bias; using fraction 0.3125 without the implied 1. Verify by normalizing -101.01₂ as -1.0101₂ × 2².</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Sign = −1. Actual exponent = 129 − 127 = 2. Significand = 1.0101₂ = 1 + 1/4 + 1/16 = 1.3125. Value = −1 × 4 × 1.3125 = −5.25.</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(Implementation Details, Now with Significand) and https://firner.com/presentations/cs211/2026-Fall/cs211_10/ (Reinterpreting Data). Include stdint.h for uint32_t. Answer: 0.8125. To inspect the representation in ordinary C on the stated FP32 system, use float f; memcpy(&amp;f, &amp;bits, sizeof f); with string.h, avoiding pointer-aliasing casts. A numeric conversion (float)bits would produce a different result.</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E = 126, so the actual exponent is −1. The set fraction bits contribute 1/2 + 1/8 = 0.625. The complete significand is 1.625, giving 2^(−1) × 1.625 = 0.8125. The final bit pattern is 0x3F500000.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 Original additional float question requested by the TA. Write the place values 4,2,1,1/2 on the board; 6.5 uses 4 + 2 + 1/2. The leading normalized 1 is implied and is not copied into the 23-bit fraction field. Answer fields: 1 | 10000001 | 10100000000000000000000.</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6.5 = 110.1₂ = 1.101₂ × 2². For −6.5, sign = 1; stored exponent = 2 + 127 = 129 = 10000001₂; fraction = 101 followed by 20 zeros. The FP32 bit pattern is 0xC0D00000.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https://firner.com/presentations/cs211/2026-Fall/cs211_05/ (NaN and Infinity, Subnormal Numbers, Equations). The subnormal magnitude expression omits sign deliberately; multiply by (-1)^s for the signed value. For normal values the complete significand is 1.f; for subnormal values it is 0.f. Ask whether E=0,F=1 is zero: it is the smallest positive subnormal when sign=0.</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(Different Hardware, Space, FPU, Register Features, Moving floats). Additional reference: https://cdrdv2-public.intel.com/843820/325462-sdm-vol-1-2abcd-3abcd-4-1.pdf (basic execution environment and SSE/AVX register organization). Technical clarification: MMX mm registers are distinct from SSE xmm names; MMX is for packed integers and aliases the x87 register storage. XMM is 16 bytes, YMM is 32 bytes. Legacy scalar ss operations use the low 32-bit floating-point element; sd uses the low 64-bit element. Newer extensions may provide additional registers. Do not confuse the x87 register stack with RAM addressed by rsp.</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(Moving floats, Operations, Other Operations, Passing a Float). These small values are represented exactly. Under the System V AMD64 convention, scalar float/double arguments normally use XMM registers, not the x87 stack; first such argument is normally xmm0. SS is 32-bit scalar, SD is 64-bit scalar. Avoid describing this as a conversion of the entire 128-bit register.</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mulss produces 2.5 × 4.0 = 10.0. addss produces 10.0 + 4.0 = 14.0. cvtss2sd converts the low scalar value to a double, still 14.0. C promotes float arguments to double for variadic functions such as printf; %f expects that promoted value.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https://firner.com/presentations/cs211/2026-Fall/cs211_09/ (Unwinding, Stack Overflows). An active frame cannot be reclaimed while its caller still needs its state. Optimization can eliminate frames or transform recursion, so the question explicitly assumes a fixed active-frame cost. Heap growth is a useful simplified diagram; real allocators also use independent mapped regions and are not one universally contiguous upward-growing area.</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No. 40 × 2 KiB = 80 KiB, which exceeds 64 KiB. At most 32 frames fit in this simplified model. Real frames have other costs, and stack limits depend on the environment. The stack need not literally collide with the heap to overflow.</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(Stack Corruption, Buffer Overflows). This is a conceptual C example; an optimizer may remove unused stores. Do not claim a particular stack layout or that this one-byte write always reaches a return address. Correct alternatives include a 5-byte array for this exact string or length-aware operations. Bounds errors and stack exhaustion are separate problems.</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name has 4 bytes, with valid indices 0–3. The terminator at name[4] is out of bounds. A 4-byte buffer holds at most 3 ordinary string characters plus a null terminator. A write past a stack buffer can corrupt adjacent data or saved call state, but the exact effect and whether it crashes are not guaranteed.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pPr marL="0" lvl="0" indent="0" algn="l">
              <a:spcBef>
                <a:spcPts val="0"/>
              </a:spcBef>
              <a:spcAft>
                <a:spcPts val="0"/>
              </a:spcAft>
              <a:buNone/>
            </a:pPr>
            <a:r>
              <a:t>Source: https://firner.com/presentations/cs211/2026-Fall/cs211_11/ (Protection, Using Canaries as Guards, Solution, Limiting Execution, Safety). Keep this at the conceptual defense level. A canary check detects corruption rather than repairing it or catching every write. ASLR and NX address different risks. Actual enabled protections depend on the compiler, binary, operating system, and configuration.</a:t>
            </a:r>
            <a:endParaRPr/>
          </a:p>
          <a:p xmlns:a="http://schemas.openxmlformats.org/drawingml/2006/main">
            <a:pPr marL="0" lvl="0" indent="0" algn="l">
              <a:spcBef>
                <a:spcPts val="0"/>
              </a:spcBef>
              <a:spcAft>
                <a:spcPts val="0"/>
              </a:spcAft>
              <a:buNone/>
            </a:pPr>
            <a:r>
              <a:t/>
            </a:r>
            <a:endParaRPr/>
          </a:p>
          <a:p xmlns:a="http://schemas.openxmlformats.org/drawingml/2006/main">
            <a:pPr marL="0" lvl="0" indent="0" algn="l">
              <a:spcBef>
                <a:spcPts val="0"/>
              </a:spcBef>
              <a:spcAft>
                <a:spcPts val="0"/>
              </a:spcAft>
              <a:buNone/>
            </a:pPr>
            <a:r>
              <a:t>Answer: A: a canary is checked for unexpected modification and can detect some stack overwrites. B: ASLR randomizes relevant address-space locations. C: NX prevents instruction execution from pages marked non-executable. None makes an invalid write valid, and none guarantees protection from every memory error or attack.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bc28fe927da4647"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c272914b17d473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adcea34457ee48b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1723ea1e704e46"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ba3fdfbd8be489a"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d62112fa25543f2"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c2de8253140f4933"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a3dc0b7414e9460c" /></Relationships>
</file>

<file path=ppt/slideLayouts/slideLayout1.xml><?xml version="1.0" encoding="utf-8"?>
<p:sldLayout xmlns:p="http://schemas.openxmlformats.org/presentationml/2006/main" preserve="1" userDrawn="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683004A5-B645-655E-5362-4217D55892E1}"/>
              </a:ext>
            </a:extLst>
          </p:cNvPr>
          <p:cNvSpPr>
            <a:spLocks xmlns:a="http://schemas.openxmlformats.org/drawingml/2006/main" noGrp="1"/>
          </p:cNvSpPr>
          <p:nvPr>
            <p:ph type="ctrTitle" idx="0"/>
          </p:nvPr>
        </p:nvSpPr>
        <p:spPr>
          <a:xfrm xmlns:a="http://schemas.openxmlformats.org/drawingml/2006/main">
            <a:off x="393700" y="1041400"/>
            <a:ext cx="7493000" cy="2491490"/>
          </a:xfrm>
        </p:spPr>
        <p:txBody>
          <a:bodyPr xmlns:a="http://schemas.openxmlformats.org/drawingml/2006/main" anchor="b"/>
          <a:lstStyle xmlns:a="http://schemas.openxmlformats.org/drawingml/2006/main">
            <a:lvl1pPr algn="l">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C57031B1-59B2-C235-9FDD-8050418A5FD8}"/>
              </a:ext>
            </a:extLst>
          </p:cNvPr>
          <p:cNvSpPr>
            <a:spLocks xmlns:a="http://schemas.openxmlformats.org/drawingml/2006/main" noGrp="1"/>
          </p:cNvSpPr>
          <p:nvPr>
            <p:ph type="subTitle" idx="1"/>
          </p:nvPr>
        </p:nvSpPr>
        <p:spPr>
          <a:xfrm xmlns:a="http://schemas.openxmlformats.org/drawingml/2006/main">
            <a:off x="393700" y="4356100"/>
            <a:ext cx="5537200" cy="1638300"/>
          </a:xfrm>
        </p:spPr>
        <p:txBody>
          <a:bodyPr xmlns:a="http://schemas.openxmlformats.org/drawingml/2006/main"/>
          <a:lstStyle xmlns:a="http://schemas.openxmlformats.org/drawingml/2006/main">
            <a:lvl1pPr marL="0" indent="0" algn="l">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Tree>
  </p:cSld>
</p:sldLayout>
</file>

<file path=ppt/slideLayouts/slideLayout2.xml><?xml version="1.0" encoding="utf-8"?>
<p:sldLayout xmlns:p="http://schemas.openxmlformats.org/presentationml/2006/main" preserve="1" userDrawn="1">
  <p:cSld name="Title and Content">
    <p:spTree>
      <p:nvGrpSpPr>
        <p:cNvPr id="1" name=""/>
        <p:cNvGrpSpPr/>
        <p:nvPr/>
      </p:nvGrpSpPr>
      <p:grpSpPr>
        <a:xfrm xmlns:a="http://schemas.openxmlformats.org/drawingml/2006/main"/>
      </p:grpSpPr>
      <p:sp>
        <p:nvSpPr>
          <p:cNvPr id="8" name="Text Placeholder 2">
            <a:extLst xmlns:a="http://schemas.openxmlformats.org/drawingml/2006/main">
              <a:ext uri="{FF2B5EF4-FFF2-40B4-BE49-F238E27FC236}">
                <a16:creationId xmlns:a16="http://schemas.microsoft.com/office/drawing/2014/main" id="{5E851FDE-9E0B-568C-1CBA-E72B86CC06ED}"/>
              </a:ext>
            </a:extLst>
          </p:cNvPr>
          <p:cNvSpPr>
            <a:spLocks xmlns:a="http://schemas.openxmlformats.org/drawingml/2006/main" noGrp="1"/>
          </p:cNvSpPr>
          <p:nvPr>
            <p:ph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9" name="Footer Placeholder 4">
            <a:extLst xmlns:a="http://schemas.openxmlformats.org/drawingml/2006/main">
              <a:ext uri="{FF2B5EF4-FFF2-40B4-BE49-F238E27FC236}">
                <a16:creationId xmlns:a16="http://schemas.microsoft.com/office/drawing/2014/main" id="{29CCD18F-3BF6-A3EE-DAAE-66BD406D7E8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0" name="Slide Number Placeholder 5">
            <a:extLst xmlns:a="http://schemas.openxmlformats.org/drawingml/2006/main">
              <a:ext uri="{FF2B5EF4-FFF2-40B4-BE49-F238E27FC236}">
                <a16:creationId xmlns:a16="http://schemas.microsoft.com/office/drawing/2014/main" id="{5186992D-ADA6-5A23-EBD5-6BEF0A2E61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CDBB333F-FFCF-AA9E-7AC0-64DB02353FBC}"/>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3.xml><?xml version="1.0" encoding="utf-8"?>
<p:sldLayout xmlns:p="http://schemas.openxmlformats.org/presentationml/2006/main" preserve="1" userDrawn="1">
  <p:cSld name="Two Content">
    <p:spTree>
      <p:nvGrpSpPr>
        <p:cNvPr id="1" name=""/>
        <p:cNvGrpSpPr/>
        <p:nvPr/>
      </p:nvGrpSpPr>
      <p:grpSpPr>
        <a:xfrm xmlns:a="http://schemas.openxmlformats.org/drawingml/2006/main"/>
      </p:grpSpPr>
      <p:sp>
        <p:nvSpPr>
          <p:cNvPr id="9" name="Text Placeholder 2">
            <a:extLst xmlns:a="http://schemas.openxmlformats.org/drawingml/2006/main">
              <a:ext uri="{FF2B5EF4-FFF2-40B4-BE49-F238E27FC236}">
                <a16:creationId xmlns:a16="http://schemas.microsoft.com/office/drawing/2014/main" id="{4DCC3060-FADA-4310-30F9-24EC34B5AA87}"/>
              </a:ext>
            </a:extLst>
          </p:cNvPr>
          <p:cNvSpPr>
            <a:spLocks xmlns:a="http://schemas.openxmlformats.org/drawingml/2006/main" noGrp="1"/>
          </p:cNvSpPr>
          <p:nvPr>
            <p:ph idx="1"/>
          </p:nvPr>
        </p:nvSpPr>
        <p:spPr>
          <a:xfrm xmlns:a="http://schemas.openxmlformats.org/drawingml/2006/main">
            <a:off x="393700"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0" name="Footer Placeholder 4">
            <a:extLst xmlns:a="http://schemas.openxmlformats.org/drawingml/2006/main">
              <a:ext uri="{FF2B5EF4-FFF2-40B4-BE49-F238E27FC236}">
                <a16:creationId xmlns:a16="http://schemas.microsoft.com/office/drawing/2014/main" id="{19E7B047-08E6-29C1-F101-C084D555AACC}"/>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1" name="Slide Number Placeholder 5">
            <a:extLst xmlns:a="http://schemas.openxmlformats.org/drawingml/2006/main">
              <a:ext uri="{FF2B5EF4-FFF2-40B4-BE49-F238E27FC236}">
                <a16:creationId xmlns:a16="http://schemas.microsoft.com/office/drawing/2014/main" id="{3DE564C6-8AA0-935D-A919-07AFA15B335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2" name="Text Placeholder 2">
            <a:extLst xmlns:a="http://schemas.openxmlformats.org/drawingml/2006/main">
              <a:ext uri="{FF2B5EF4-FFF2-40B4-BE49-F238E27FC236}">
                <a16:creationId xmlns:a16="http://schemas.microsoft.com/office/drawing/2014/main" id="{4ABE46D3-8F05-1C7F-3EC7-20BFCC76C251}"/>
              </a:ext>
            </a:extLst>
          </p:cNvPr>
          <p:cNvSpPr>
            <a:spLocks xmlns:a="http://schemas.openxmlformats.org/drawingml/2006/main" noGrp="1"/>
          </p:cNvSpPr>
          <p:nvPr>
            <p:ph idx="10"/>
          </p:nvPr>
        </p:nvSpPr>
        <p:spPr>
          <a:xfrm xmlns:a="http://schemas.openxmlformats.org/drawingml/2006/main">
            <a:off x="6256618" y="2032000"/>
            <a:ext cx="55372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739D2C21-36BF-25E7-8E97-1D17F313F7AF}"/>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4.xml><?xml version="1.0" encoding="utf-8"?>
<p:sldLayout xmlns:p="http://schemas.openxmlformats.org/presentationml/2006/main" preserve="1" userDrawn="1">
  <p:cSld name="Three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14" name="Text Placeholder 2">
            <a:extLst xmlns:a="http://schemas.openxmlformats.org/drawingml/2006/main">
              <a:ext uri="{FF2B5EF4-FFF2-40B4-BE49-F238E27FC236}">
                <a16:creationId xmlns:a16="http://schemas.microsoft.com/office/drawing/2014/main" id="{80E090C5-E6C8-92F2-E8C2-A840B8F1807D}"/>
              </a:ext>
            </a:extLst>
          </p:cNvPr>
          <p:cNvSpPr>
            <a:spLocks xmlns:a="http://schemas.openxmlformats.org/drawingml/2006/main" noGrp="1"/>
          </p:cNvSpPr>
          <p:nvPr>
            <p:ph idx="10"/>
          </p:nvPr>
        </p:nvSpPr>
        <p:spPr>
          <a:xfrm xmlns:a="http://schemas.openxmlformats.org/drawingml/2006/main">
            <a:off x="4318000"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15" name="Text Placeholder 2">
            <a:extLst xmlns:a="http://schemas.openxmlformats.org/drawingml/2006/main">
              <a:ext uri="{FF2B5EF4-FFF2-40B4-BE49-F238E27FC236}">
                <a16:creationId xmlns:a16="http://schemas.microsoft.com/office/drawing/2014/main" id="{0C6D2D15-AEC2-9F99-316F-C37AF863965D}"/>
              </a:ext>
            </a:extLst>
          </p:cNvPr>
          <p:cNvSpPr>
            <a:spLocks xmlns:a="http://schemas.openxmlformats.org/drawingml/2006/main" noGrp="1"/>
          </p:cNvSpPr>
          <p:nvPr>
            <p:ph idx="11"/>
          </p:nvPr>
        </p:nvSpPr>
        <p:spPr>
          <a:xfrm xmlns:a="http://schemas.openxmlformats.org/drawingml/2006/main">
            <a:off x="8232273" y="2032000"/>
            <a:ext cx="35687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5.xml><?xml version="1.0" encoding="utf-8"?>
<p:sldLayout xmlns:p="http://schemas.openxmlformats.org/presentationml/2006/main" preserve="1" userDrawn="1">
  <p:cSld name="Four Content">
    <p:spTree>
      <p:nvGrpSpPr>
        <p:cNvPr id="1" name=""/>
        <p:cNvGrpSpPr/>
        <p:nvPr/>
      </p:nvGrpSpPr>
      <p:grpSpPr>
        <a:xfrm xmlns:a="http://schemas.openxmlformats.org/drawingml/2006/main"/>
      </p:grpSpPr>
      <p:sp>
        <p:nvSpPr>
          <p:cNvPr id="11" name="Text Placeholder 2">
            <a:extLst xmlns:a="http://schemas.openxmlformats.org/drawingml/2006/main">
              <a:ext uri="{FF2B5EF4-FFF2-40B4-BE49-F238E27FC236}">
                <a16:creationId xmlns:a16="http://schemas.microsoft.com/office/drawing/2014/main" id="{6F7D12C6-B3BC-2F80-A661-00CC228193B5}"/>
              </a:ext>
            </a:extLst>
          </p:cNvPr>
          <p:cNvSpPr>
            <a:spLocks xmlns:a="http://schemas.openxmlformats.org/drawingml/2006/main" noGrp="1"/>
          </p:cNvSpPr>
          <p:nvPr>
            <p:ph idx="1"/>
          </p:nvPr>
        </p:nvSpPr>
        <p:spPr>
          <a:xfrm xmlns:a="http://schemas.openxmlformats.org/drawingml/2006/main">
            <a:off x="393700"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2" name="Footer Placeholder 4">
            <a:extLst xmlns:a="http://schemas.openxmlformats.org/drawingml/2006/main">
              <a:ext uri="{FF2B5EF4-FFF2-40B4-BE49-F238E27FC236}">
                <a16:creationId xmlns:a16="http://schemas.microsoft.com/office/drawing/2014/main" id="{0682803B-B799-370F-B1B9-EB49CCB10A11}"/>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13" name="Slide Number Placeholder 5">
            <a:extLst xmlns:a="http://schemas.openxmlformats.org/drawingml/2006/main">
              <a:ext uri="{FF2B5EF4-FFF2-40B4-BE49-F238E27FC236}">
                <a16:creationId xmlns:a16="http://schemas.microsoft.com/office/drawing/2014/main" id="{AFE26095-B1FD-5C7C-C8D6-78ABF739DCBA}"/>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EC59174D-4FF5-0FD8-FE78-F71A39E187AE}"/>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8" name="Text Placeholder 7">
            <a:extLst xmlns:a="http://schemas.openxmlformats.org/drawingml/2006/main">
              <a:ext uri="{FF2B5EF4-FFF2-40B4-BE49-F238E27FC236}">
                <a16:creationId xmlns:a16="http://schemas.microsoft.com/office/drawing/2014/main" id="{4F70A9DA-D783-0627-3166-E13B68C2ADAC}"/>
              </a:ext>
            </a:extLst>
          </p:cNvPr>
          <p:cNvSpPr>
            <a:spLocks xmlns:a="http://schemas.openxmlformats.org/drawingml/2006/main" noGrp="1"/>
          </p:cNvSpPr>
          <p:nvPr>
            <p:ph type="body" idx="12"/>
          </p:nvPr>
        </p:nvSpPr>
        <p:spPr>
          <a:xfrm xmlns:a="http://schemas.openxmlformats.org/drawingml/2006/main">
            <a:off x="3334966"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
        <p:nvSpPr>
          <p:cNvPr id="9" name="Text Placeholder 2">
            <a:extLst xmlns:a="http://schemas.openxmlformats.org/drawingml/2006/main">
              <a:ext uri="{FF2B5EF4-FFF2-40B4-BE49-F238E27FC236}">
                <a16:creationId xmlns:a16="http://schemas.microsoft.com/office/drawing/2014/main" id="{75BF2647-8E8C-CAEE-896D-0E1567AF7E99}"/>
              </a:ext>
            </a:extLst>
          </p:cNvPr>
          <p:cNvSpPr>
            <a:spLocks xmlns:a="http://schemas.openxmlformats.org/drawingml/2006/main" noGrp="1"/>
          </p:cNvSpPr>
          <p:nvPr>
            <p:ph idx="13"/>
          </p:nvPr>
        </p:nvSpPr>
        <p:spPr>
          <a:xfrm xmlns:a="http://schemas.openxmlformats.org/drawingml/2006/main">
            <a:off x="6264413" y="2213811"/>
            <a:ext cx="2595934" cy="3780589"/>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lvl1pPr>
              <a:buNone/>
              <a:defRPr sz="1600"/>
            </a:lvl1pPr>
            <a:lvl2pPr>
              <a:buNone/>
              <a:defRPr sz="1600"/>
            </a:lvl2pPr>
            <a:lvl3pPr>
              <a:buNone/>
              <a:defRPr sz="1600"/>
            </a:lvl3pPr>
            <a:lvl4pPr>
              <a:buNone/>
              <a:defRPr sz="1600"/>
            </a:lvl4pPr>
            <a:lvl5pPr>
              <a:buNone/>
              <a:defRPr sz="1600"/>
            </a:lvl5pPr>
          </a:lstStyle>
          <a:p xmlns:a="http://schemas.openxmlformats.org/drawingml/2006/main">
            <a:pPr lvl="0">
              <a:buNone/>
            </a:pPr>
            <a:r>
              <a:t>Click to edit Master</a:t>
            </a:r>
          </a:p>
        </p:txBody>
      </p:sp>
      <p:sp>
        <p:nvSpPr>
          <p:cNvPr id="10" name="Text Placeholder 7">
            <a:extLst xmlns:a="http://schemas.openxmlformats.org/drawingml/2006/main">
              <a:ext uri="{FF2B5EF4-FFF2-40B4-BE49-F238E27FC236}">
                <a16:creationId xmlns:a16="http://schemas.microsoft.com/office/drawing/2014/main" id="{37C6F143-221A-9959-8FBA-B9B1DB6602D0}"/>
              </a:ext>
            </a:extLst>
          </p:cNvPr>
          <p:cNvSpPr>
            <a:spLocks xmlns:a="http://schemas.openxmlformats.org/drawingml/2006/main" noGrp="1"/>
          </p:cNvSpPr>
          <p:nvPr>
            <p:ph type="body" idx="14"/>
          </p:nvPr>
        </p:nvSpPr>
        <p:spPr>
          <a:xfrm xmlns:a="http://schemas.openxmlformats.org/drawingml/2006/main">
            <a:off x="9205679" y="2213811"/>
            <a:ext cx="2595934" cy="3780589"/>
          </a:xfrm>
        </p:spPr>
        <p:txBody>
          <a:bodyPr xmlns:a="http://schemas.openxmlformats.org/drawingml/2006/main"/>
          <a:lstStyle xmlns:a="http://schemas.openxmlformats.org/drawingml/2006/main">
            <a:lvl1pPr>
              <a:buNone/>
              <a:defRPr sz="1800"/>
            </a:lvl1pPr>
            <a:lvl2pPr>
              <a:buNone/>
              <a:defRPr sz="1800"/>
            </a:lvl2pPr>
            <a:lvl3pPr>
              <a:buNone/>
              <a:defRPr sz="1800"/>
            </a:lvl3pPr>
            <a:lvl4pPr>
              <a:buNone/>
              <a:defRPr sz="1800"/>
            </a:lvl4pPr>
            <a:lvl5pPr>
              <a:buNone/>
              <a:defRPr sz="1800"/>
            </a:lvl5pPr>
          </a:lstStyle>
          <a:p xmlns:a="http://schemas.openxmlformats.org/drawingml/2006/main">
            <a:pPr lvl="0">
              <a:buNone/>
            </a:pPr>
            <a:r>
              <a:t>Click to edit Master</a:t>
            </a:r>
          </a:p>
        </p:txBody>
      </p:sp>
    </p:spTree>
  </p:cSld>
</p:sldLayout>
</file>

<file path=ppt/slideLayouts/slideLayout6.xml><?xml version="1.0" encoding="utf-8"?>
<p:sldLayout xmlns:p="http://schemas.openxmlformats.org/presentationml/2006/main" preserve="1" userDrawn="1">
  <p:cSld name="Title Only">
    <p:spTree>
      <p:nvGrpSpPr>
        <p:cNvPr id="1" name=""/>
        <p:cNvGrpSpPr/>
        <p:nvPr/>
      </p:nvGrpSpPr>
      <p:grpSpPr>
        <a:xfrm xmlns:a="http://schemas.openxmlformats.org/drawingml/2006/main"/>
      </p:grpSpPr>
      <p:sp>
        <p:nvSpPr>
          <p:cNvPr id="8" name="Footer Placeholder 4">
            <a:extLst xmlns:a="http://schemas.openxmlformats.org/drawingml/2006/main">
              <a:ext uri="{FF2B5EF4-FFF2-40B4-BE49-F238E27FC236}">
                <a16:creationId xmlns:a16="http://schemas.microsoft.com/office/drawing/2014/main" id="{DB1182C5-F22B-2641-06DE-4EDACA3C1DDD}"/>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9" name="Slide Number Placeholder 5">
            <a:extLst xmlns:a="http://schemas.openxmlformats.org/drawingml/2006/main">
              <a:ext uri="{FF2B5EF4-FFF2-40B4-BE49-F238E27FC236}">
                <a16:creationId xmlns:a16="http://schemas.microsoft.com/office/drawing/2014/main" id="{F97A4AD5-204B-38FD-4F33-270C2F9F5CC6}"/>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
        <p:nvSpPr>
          <p:cNvPr id="2" name="Title Placeholder 1">
            <a:extLst xmlns:a="http://schemas.openxmlformats.org/drawingml/2006/main">
              <a:ext uri="{FF2B5EF4-FFF2-40B4-BE49-F238E27FC236}">
                <a16:creationId xmlns:a16="http://schemas.microsoft.com/office/drawing/2014/main" id="{75CF9983-3FD7-FAE4-9F0B-B2CE806D891D}"/>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Tree>
  </p:cSld>
</p:sldLayout>
</file>

<file path=ppt/slideLayouts/slideLayout7.xml><?xml version="1.0" encoding="utf-8"?>
<p:sldLayout xmlns:p="http://schemas.openxmlformats.org/presentationml/2006/main" preserve="1" userDrawn="1">
  <p:cSld name="Footer Only">
    <p:spTree>
      <p:nvGrpSpPr>
        <p:cNvPr id="1" name=""/>
        <p:cNvGrpSpPr/>
        <p:nvPr/>
      </p:nvGrpSpPr>
      <p:grpSpPr>
        <a:xfrm xmlns:a="http://schemas.openxmlformats.org/drawingml/2006/main"/>
      </p:grpSpPr>
      <p:sp>
        <p:nvSpPr>
          <p:cNvPr id="7" name="Footer Placeholder 4">
            <a:extLst xmlns:a="http://schemas.openxmlformats.org/drawingml/2006/main">
              <a:ext uri="{FF2B5EF4-FFF2-40B4-BE49-F238E27FC236}">
                <a16:creationId xmlns:a16="http://schemas.microsoft.com/office/drawing/2014/main" id="{1012CBCC-C555-8C11-443D-86D6F7A45CF8}"/>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8" name="Slide Number Placeholder 5">
            <a:extLst xmlns:a="http://schemas.openxmlformats.org/drawingml/2006/main">
              <a:ext uri="{FF2B5EF4-FFF2-40B4-BE49-F238E27FC236}">
                <a16:creationId xmlns:a16="http://schemas.microsoft.com/office/drawing/2014/main" id="{B69B260B-B882-BF7F-1BB1-28B9578A25A2}"/>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sldLayout>
</file>

<file path=ppt/slideLayouts/slideLayout8.xml><?xml version="1.0" encoding="utf-8"?>
<p:sldLayout xmlns:p="http://schemas.openxmlformats.org/presentationml/2006/main" preserve="1" userDrawn="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1bad6d49aa047dd" /><Relationship Type="http://schemas.openxmlformats.org/officeDocument/2006/relationships/slideLayout" Target="/ppt/slideLayouts/slideLayout1.xml" Id="R3ea5262b201a40d3" /><Relationship Type="http://schemas.openxmlformats.org/officeDocument/2006/relationships/slideLayout" Target="/ppt/slideLayouts/slideLayout2.xml" Id="R820490739c8d474a" /><Relationship Type="http://schemas.openxmlformats.org/officeDocument/2006/relationships/slideLayout" Target="/ppt/slideLayouts/slideLayout3.xml" Id="Rcc0bde5d44a049ef" /><Relationship Type="http://schemas.openxmlformats.org/officeDocument/2006/relationships/slideLayout" Target="/ppt/slideLayouts/slideLayout4.xml" Id="R5501ecb2c7b44cc8" /><Relationship Type="http://schemas.openxmlformats.org/officeDocument/2006/relationships/slideLayout" Target="/ppt/slideLayouts/slideLayout5.xml" Id="Ra1c1a70821ac4be2" /><Relationship Type="http://schemas.openxmlformats.org/officeDocument/2006/relationships/slideLayout" Target="/ppt/slideLayouts/slideLayout6.xml" Id="R90c4f9151f0042ec" /><Relationship Type="http://schemas.openxmlformats.org/officeDocument/2006/relationships/slideLayout" Target="/ppt/slideLayouts/slideLayout7.xml" Id="Reb368d11bec74db7" /><Relationship Type="http://schemas.openxmlformats.org/officeDocument/2006/relationships/slideLayout" Target="/ppt/slideLayouts/slideLayout8.xml" Id="Rcfabe995655f440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BB87ED2E-D8FF-5C8C-ED50-59BA3091C3E1}"/>
              </a:ext>
            </a:extLst>
          </p:cNvPr>
          <p:cNvSpPr>
            <a:spLocks xmlns:a="http://schemas.openxmlformats.org/drawingml/2006/main" noGrp="1"/>
          </p:cNvSpPr>
          <p:nvPr>
            <p:ph type="title" idx="0"/>
          </p:nvPr>
        </p:nvSpPr>
        <p:spPr>
          <a:xfrm xmlns:a="http://schemas.openxmlformats.org/drawingml/2006/main">
            <a:off x="393700" y="344008"/>
            <a:ext cx="11404600" cy="1047491"/>
          </a:xfrm>
          <a:prstGeom xmlns:a="http://schemas.openxmlformats.org/drawingml/2006/main" prst="rect">
            <a:avLst/>
          </a:prstGeom>
        </p:spPr>
        <p:txBody>
          <a:bodyPr xmlns:a="http://schemas.openxmlformats.org/drawingml/2006/main" vert="horz" lIns="0" tIns="0" rIns="0" bIns="0" anchor="t">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05B0E1CB-6DCA-2E9F-2B74-4309B4084C09}"/>
              </a:ext>
            </a:extLst>
          </p:cNvPr>
          <p:cNvSpPr>
            <a:spLocks xmlns:a="http://schemas.openxmlformats.org/drawingml/2006/main" noGrp="1"/>
          </p:cNvSpPr>
          <p:nvPr>
            <p:ph type="body" idx="1"/>
          </p:nvPr>
        </p:nvSpPr>
        <p:spPr>
          <a:xfrm xmlns:a="http://schemas.openxmlformats.org/drawingml/2006/main">
            <a:off x="393700" y="2032000"/>
            <a:ext cx="11404600" cy="3962400"/>
          </a:xfrm>
          <a:prstGeom xmlns:a="http://schemas.openxmlformats.org/drawingml/2006/main" prst="rect">
            <a:avLst/>
          </a:prstGeom>
        </p:spPr>
        <p:txBody>
          <a:bodyPr xmlns:a="http://schemas.openxmlformats.org/drawingml/2006/main" vert="horz" lIns="0" tIns="0" rIns="0" bIns="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Footer Placeholder 4">
            <a:extLst xmlns:a="http://schemas.openxmlformats.org/drawingml/2006/main">
              <a:ext uri="{FF2B5EF4-FFF2-40B4-BE49-F238E27FC236}">
                <a16:creationId xmlns:a16="http://schemas.microsoft.com/office/drawing/2014/main" id="{3C75650C-2983-5B02-8421-FF1818435433}"/>
              </a:ext>
            </a:extLst>
          </p:cNvPr>
          <p:cNvSpPr>
            <a:spLocks xmlns:a="http://schemas.openxmlformats.org/drawingml/2006/main" noGrp="1"/>
          </p:cNvSpPr>
          <p:nvPr>
            <p:ph type="ftr" idx="3"/>
          </p:nvPr>
        </p:nvSpPr>
        <p:spPr>
          <a:xfrm xmlns:a="http://schemas.openxmlformats.org/drawingml/2006/main">
            <a:off x="393700" y="6279952"/>
            <a:ext cx="3568700"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l">
              <a:buNone/>
              <a:defRPr sz="1000">
                <a:solidFill>
                  <a:schemeClr val="tx1"/>
                </a:solidFill>
              </a:defRPr>
            </a:lvl1pPr>
          </a:lstStyle>
          <a:p xmlns:a="http://schemas.openxmlformats.org/drawingml/2006/main">
            <a:endParaRPr sz="1000"/>
          </a:p>
        </p:txBody>
      </p:sp>
      <p:sp>
        <p:nvSpPr>
          <p:cNvPr id="6" name="Slide Number Placeholder 5">
            <a:extLst xmlns:a="http://schemas.openxmlformats.org/drawingml/2006/main">
              <a:ext uri="{FF2B5EF4-FFF2-40B4-BE49-F238E27FC236}">
                <a16:creationId xmlns:a16="http://schemas.microsoft.com/office/drawing/2014/main" id="{D872C88C-1AB3-96BA-C9E5-3435A4BD59BB}"/>
              </a:ext>
            </a:extLst>
          </p:cNvPr>
          <p:cNvSpPr>
            <a:spLocks xmlns:a="http://schemas.openxmlformats.org/drawingml/2006/main" noGrp="1"/>
          </p:cNvSpPr>
          <p:nvPr>
            <p:ph type="sldNum" idx="4"/>
          </p:nvPr>
        </p:nvSpPr>
        <p:spPr>
          <a:xfrm xmlns:a="http://schemas.openxmlformats.org/drawingml/2006/main">
            <a:off x="11279332" y="6279294"/>
            <a:ext cx="518968" cy="241240"/>
          </a:xfrm>
          <a:prstGeom xmlns:a="http://schemas.openxmlformats.org/drawingml/2006/main" prst="rect">
            <a:avLst/>
          </a:prstGeom>
        </p:spPr>
        <p:txBody>
          <a:bodyPr xmlns:a="http://schemas.openxmlformats.org/drawingml/2006/main" vert="horz" lIns="0" tIns="0" rIns="0" bIns="0" anchor="b"/>
          <a:lstStyle xmlns:a="http://schemas.openxmlformats.org/drawingml/2006/main">
            <a:lvl1pPr algn="r">
              <a:buNone/>
              <a:defRPr sz="1000" kern="1200">
                <a:solidFill>
                  <a:schemeClr val="tx1"/>
                </a:solidFill>
                <a:latin typeface="+mn-lt"/>
                <a:ea typeface="+mn-lt"/>
                <a:cs typeface="+mn-lt"/>
              </a:defRPr>
            </a:lvl1pPr>
          </a:lstStyle>
          <a:p xmlns:a="http://schemas.openxmlformats.org/drawingml/2006/main">
            <a:fld id="{8574A810-7A8E-054F-9F6B-09E9C694ECF9}" type="slidenum">
              <a:t>‹#›</a:t>
            </a:fld>
            <a:endParaRPr sz="1000"/>
          </a:p>
        </p:txBody>
      </p:sp>
    </p:spTree>
  </p:cSld>
  <p:clrMap bg1="dk1" tx1="lt1" bg2="dk2" tx2="lt2" accent1="accent1" accent2="accent2" accent3="accent3" accent4="accent4" accent5="accent5" accent6="accent6" hlink="hlink" folHlink="folHlink"/>
  <p:sldLayoutIdLst>
    <p:sldLayoutId xmlns:r="http://schemas.openxmlformats.org/officeDocument/2006/relationships" id="2147483649" r:id="R3ea5262b201a40d3"/>
    <p:sldLayoutId xmlns:r="http://schemas.openxmlformats.org/officeDocument/2006/relationships" id="2147483650" r:id="R820490739c8d474a"/>
    <p:sldLayoutId xmlns:r="http://schemas.openxmlformats.org/officeDocument/2006/relationships" id="2147483651" r:id="Rcc0bde5d44a049ef"/>
    <p:sldLayoutId xmlns:r="http://schemas.openxmlformats.org/officeDocument/2006/relationships" id="2147483652" r:id="R5501ecb2c7b44cc8"/>
    <p:sldLayoutId xmlns:r="http://schemas.openxmlformats.org/officeDocument/2006/relationships" id="2147483653" r:id="Ra1c1a70821ac4be2"/>
    <p:sldLayoutId xmlns:r="http://schemas.openxmlformats.org/officeDocument/2006/relationships" id="2147483654" r:id="R90c4f9151f0042ec"/>
    <p:sldLayoutId xmlns:r="http://schemas.openxmlformats.org/officeDocument/2006/relationships" id="2147483655" r:id="Reb368d11bec74db7"/>
    <p:sldLayoutId xmlns:r="http://schemas.openxmlformats.org/officeDocument/2006/relationships" id="2147483656" r:id="Rcfabe995655f4406"/>
  </p:sldLayoutIdLst>
  <p:hf hdr="0" dt="0"/>
  <p:txStyles>
    <p:titleStyle>
      <a:lvl1pPr xmlns:a="http://schemas.openxmlformats.org/drawingml/2006/main" algn="l" defTabSz="914400">
        <a:lnSpc>
          <a:spcPct val="90000"/>
        </a:lnSpc>
        <a:spcBef>
          <a:spcPct val="0"/>
        </a:spcBef>
        <a:buNone/>
        <a:defRPr sz="29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extLst>
    <p:ext uri="{27BBF7A9-308A-43DC-89C8-2F10F3537804}">
      <p15:sldGuideLst xmlns:p15="http://schemas.microsoft.com/office/powerpoint/2012/main">
        <p15:guide id="1" userDrawn="1">
          <p15:clr>
            <a:srgbClr xmlns:a="http://schemas.openxmlformats.org/drawingml/2006/main" val="F26B43"/>
          </p15:clr>
        </p15:guide>
        <p15:guide id="2" pos="7680" userDrawn="1">
          <p15:clr>
            <a:srgbClr xmlns:a="http://schemas.openxmlformats.org/drawingml/2006/main" val="F26B43"/>
          </p15:clr>
        </p15:guide>
        <p15:guide id="3" pos="248" userDrawn="1">
          <p15:clr>
            <a:srgbClr xmlns:a="http://schemas.openxmlformats.org/drawingml/2006/main" val="F26B43"/>
          </p15:clr>
        </p15:guide>
        <p15:guide id="4" pos="1264" userDrawn="1">
          <p15:clr>
            <a:srgbClr xmlns:a="http://schemas.openxmlformats.org/drawingml/2006/main" val="F26B43"/>
          </p15:clr>
        </p15:guide>
        <p15:guide id="5" pos="1480" userDrawn="1">
          <p15:clr>
            <a:srgbClr xmlns:a="http://schemas.openxmlformats.org/drawingml/2006/main" val="F26B43"/>
          </p15:clr>
        </p15:guide>
        <p15:guide id="6" pos="2496" userDrawn="1">
          <p15:clr>
            <a:srgbClr xmlns:a="http://schemas.openxmlformats.org/drawingml/2006/main" val="F26B43"/>
          </p15:clr>
        </p15:guide>
        <p15:guide id="7" pos="2712" userDrawn="1">
          <p15:clr>
            <a:srgbClr xmlns:a="http://schemas.openxmlformats.org/drawingml/2006/main" val="F26B43"/>
          </p15:clr>
        </p15:guide>
        <p15:guide id="8" pos="3736" userDrawn="1">
          <p15:clr>
            <a:srgbClr xmlns:a="http://schemas.openxmlformats.org/drawingml/2006/main" val="F26B43"/>
          </p15:clr>
        </p15:guide>
        <p15:guide id="9" pos="3944" userDrawn="1">
          <p15:clr>
            <a:srgbClr xmlns:a="http://schemas.openxmlformats.org/drawingml/2006/main" val="F26B43"/>
          </p15:clr>
        </p15:guide>
        <p15:guide id="10" pos="4968" userDrawn="1">
          <p15:clr>
            <a:srgbClr xmlns:a="http://schemas.openxmlformats.org/drawingml/2006/main" val="F26B43"/>
          </p15:clr>
        </p15:guide>
        <p15:guide id="11" pos="5184" userDrawn="1">
          <p15:clr>
            <a:srgbClr xmlns:a="http://schemas.openxmlformats.org/drawingml/2006/main" val="F26B43"/>
          </p15:clr>
        </p15:guide>
        <p15:guide id="12" pos="6200" userDrawn="1">
          <p15:clr>
            <a:srgbClr xmlns:a="http://schemas.openxmlformats.org/drawingml/2006/main" val="F26B43"/>
          </p15:clr>
        </p15:guide>
        <p15:guide id="13" pos="6416" userDrawn="1">
          <p15:clr>
            <a:srgbClr xmlns:a="http://schemas.openxmlformats.org/drawingml/2006/main" val="F26B43"/>
          </p15:clr>
        </p15:guide>
        <p15:guide id="14" pos="7432" userDrawn="1">
          <p15:clr>
            <a:srgbClr xmlns:a="http://schemas.openxmlformats.org/drawingml/2006/main" val="F26B43"/>
          </p15:clr>
        </p15:guide>
        <p15:guide id="15" orient="horz" userDrawn="1">
          <p15:clr>
            <a:srgbClr xmlns:a="http://schemas.openxmlformats.org/drawingml/2006/main" val="F26B43"/>
          </p15:clr>
        </p15:guide>
        <p15:guide id="17" orient="horz" pos="248" userDrawn="1">
          <p15:clr>
            <a:srgbClr xmlns:a="http://schemas.openxmlformats.org/drawingml/2006/main" val="F26B43"/>
          </p15:clr>
        </p15:guide>
        <p15:guide id="18" orient="horz" pos="656" userDrawn="1">
          <p15:clr>
            <a:srgbClr xmlns:a="http://schemas.openxmlformats.org/drawingml/2006/main" val="F26B43"/>
          </p15:clr>
        </p15:guide>
        <p15:guide id="19" orient="horz" pos="872" userDrawn="1">
          <p15:clr>
            <a:srgbClr xmlns:a="http://schemas.openxmlformats.org/drawingml/2006/main" val="F26B43"/>
          </p15:clr>
        </p15:guide>
        <p15:guide id="20" orient="horz" pos="1280" userDrawn="1">
          <p15:clr>
            <a:srgbClr xmlns:a="http://schemas.openxmlformats.org/drawingml/2006/main" val="F26B43"/>
          </p15:clr>
        </p15:guide>
        <p15:guide id="21" orient="horz" pos="1496" userDrawn="1">
          <p15:clr>
            <a:srgbClr xmlns:a="http://schemas.openxmlformats.org/drawingml/2006/main" val="F26B43"/>
          </p15:clr>
        </p15:guide>
        <p15:guide id="22" orient="horz" pos="1904" userDrawn="1">
          <p15:clr>
            <a:srgbClr xmlns:a="http://schemas.openxmlformats.org/drawingml/2006/main" val="F26B43"/>
          </p15:clr>
        </p15:guide>
        <p15:guide id="23" orient="horz" pos="2120" userDrawn="1">
          <p15:clr>
            <a:srgbClr xmlns:a="http://schemas.openxmlformats.org/drawingml/2006/main" val="F26B43"/>
          </p15:clr>
        </p15:guide>
        <p15:guide id="24" orient="horz" pos="2528" userDrawn="1">
          <p15:clr>
            <a:srgbClr xmlns:a="http://schemas.openxmlformats.org/drawingml/2006/main" val="F26B43"/>
          </p15:clr>
        </p15:guide>
        <p15:guide id="25" orient="horz" pos="2744" userDrawn="1">
          <p15:clr>
            <a:srgbClr xmlns:a="http://schemas.openxmlformats.org/drawingml/2006/main" val="F26B43"/>
          </p15:clr>
        </p15:guide>
        <p15:guide id="26" orient="horz" pos="3152" userDrawn="1">
          <p15:clr>
            <a:srgbClr xmlns:a="http://schemas.openxmlformats.org/drawingml/2006/main" val="F26B43"/>
          </p15:clr>
        </p15:guide>
        <p15:guide id="27" orient="horz" pos="3368" userDrawn="1">
          <p15:clr>
            <a:srgbClr xmlns:a="http://schemas.openxmlformats.org/drawingml/2006/main" val="F26B43"/>
          </p15:clr>
        </p15:guide>
        <p15:guide id="28" orient="horz" pos="3776" userDrawn="1">
          <p15:clr>
            <a:srgbClr xmlns:a="http://schemas.openxmlformats.org/drawingml/2006/main" val="F26B43"/>
          </p15:clr>
        </p15:guide>
        <p15:guide id="29" orient="horz" pos="4088" userDrawn="1">
          <p15:clr>
            <a:srgbClr xmlns:a="http://schemas.openxmlformats.org/drawingml/2006/main" val="F26B43"/>
          </p15:clr>
        </p15:guide>
      </p15:sldGuideLst>
    </p:ext>
  </p:extLst>
</p:sldMaster>
</file>

<file path=ppt/slideMasters/theme/theme2.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db0132887571473d" /><Relationship Type="http://schemas.openxmlformats.org/officeDocument/2006/relationships/notesSlide" Target="/ppt/notesSlides/notesSlide1.xml" Id="R67ecf4c133ae4bda"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cc9db25c0144e92" /><Relationship Type="http://schemas.openxmlformats.org/officeDocument/2006/relationships/notesSlide" Target="/ppt/notesSlides/notesSlide2.xml" Id="R450ba4d0cb6740f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6ac1d48ba714eae" /><Relationship Type="http://schemas.openxmlformats.org/officeDocument/2006/relationships/notesSlide" Target="/ppt/notesSlides/notesSlide3.xml" Id="R6458ec0e23ae4ba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c8647553cf42dc" /><Relationship Type="http://schemas.openxmlformats.org/officeDocument/2006/relationships/notesSlide" Target="/ppt/notesSlides/notesSlide4.xml" Id="R3aad04352ed84412"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3b1aae5a4649ee" /><Relationship Type="http://schemas.openxmlformats.org/officeDocument/2006/relationships/notesSlide" Target="/ppt/notesSlides/notesSlide5.xml" Id="R5f23821b24ad4c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79f56f25a074eaf" /><Relationship Type="http://schemas.openxmlformats.org/officeDocument/2006/relationships/notesSlide" Target="/ppt/notesSlides/notesSlide6.xml" Id="R181c820602cb4ed9"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8285dc0f56040d4" /><Relationship Type="http://schemas.openxmlformats.org/officeDocument/2006/relationships/notesSlide" Target="/ppt/notesSlides/notesSlide7.xml" Id="R4e379422b6264b0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f72e471afbd84606" /><Relationship Type="http://schemas.openxmlformats.org/officeDocument/2006/relationships/notesSlide" Target="/ppt/notesSlides/notesSlide8.xml" Id="Rda8d859f171549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c8c267beed544ad0" /><Relationship Type="http://schemas.openxmlformats.org/officeDocument/2006/relationships/notesSlide" Target="/ppt/notesSlides/notesSlide9.xml" Id="R61dce0414579407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405175ff9ad4dca" /><Relationship Type="http://schemas.openxmlformats.org/officeDocument/2006/relationships/notesSlide" Target="/ppt/notesSlides/notesSlide10.xml" Id="Rf1252bc66d6543b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f81844e39594d5f" /><Relationship Type="http://schemas.openxmlformats.org/officeDocument/2006/relationships/notesSlide" Target="/ppt/notesSlides/notesSlide11.xml" Id="R69e63515a69d47de"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0313503a7af4faf" /><Relationship Type="http://schemas.openxmlformats.org/officeDocument/2006/relationships/notesSlide" Target="/ppt/notesSlides/notesSlide12.xml" Id="R10bdce6965304a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d1e6401fe3804018" /><Relationship Type="http://schemas.openxmlformats.org/officeDocument/2006/relationships/notesSlide" Target="/ppt/notesSlides/notesSlide13.xml" Id="Rca2407d260a9482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1a1a74c9797f45b4" /><Relationship Type="http://schemas.openxmlformats.org/officeDocument/2006/relationships/notesSlide" Target="/ppt/notesSlides/notesSlide14.xml" Id="R080de76353bb4ef9"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845758d879a04d38" /><Relationship Type="http://schemas.openxmlformats.org/officeDocument/2006/relationships/notesSlide" Target="/ppt/notesSlides/notesSlide15.xml" Id="R08c788fa73cb462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24320afebdaa42e9" /><Relationship Type="http://schemas.openxmlformats.org/officeDocument/2006/relationships/notesSlide" Target="/ppt/notesSlides/notesSlide16.xml" Id="Rbe4a8d863932404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996c80fc2c214ad9" /><Relationship Type="http://schemas.openxmlformats.org/officeDocument/2006/relationships/notesSlide" Target="/ppt/notesSlides/notesSlide17.xml" Id="Re991f97234b84f4f"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52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5250">
                <a:solidFill>
                  <a:srgbClr val="FFFFFF"/>
                </a:solidFill>
                <a:latin typeface="Arial"/>
                <a:ea typeface="Arial"/>
                <a:cs typeface="Arial"/>
              </a:defRPr>
            </a:pPr>
            <a:r>
              <a:rPr sz="5250">
                <a:solidFill>
                  <a:srgbClr val="FFFFFF"/>
                </a:solidFill>
                <a:latin typeface="Arial"/>
                <a:ea typeface="Arial"/>
                <a:cs typeface="Arial"/>
              </a:rPr>
              <a:t>Quiz 3 review</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950">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Computer Architecture</a:t>
            </a:r>
          </a:p>
          <a:p xmlns:a="http://schemas.openxmlformats.org/drawingml/2006/main">
            <a:pPr marL="0" indent="0">
              <a:lnSpc>
                <a:spcPct val="112000"/>
              </a:lnSpc>
              <a:spcBef>
                <a:spcPts val="0"/>
              </a:spcBef>
              <a:spcAft>
                <a:spcPts val="0"/>
              </a:spcAft>
              <a:buNone/>
              <a:defRPr sz="1950">
                <a:solidFill>
                  <a:srgbClr val="FFFFFF"/>
                </a:solidFill>
                <a:latin typeface="Arial"/>
                <a:ea typeface="Arial"/>
                <a:cs typeface="Arial"/>
              </a:defRPr>
            </a:pPr>
            <a:r>
              <a:rPr sz="1950">
                <a:solidFill>
                  <a:srgbClr val="FFFFFF"/>
                </a:solidFill>
                <a:latin typeface="Arial"/>
                <a:ea typeface="Arial"/>
                <a:cs typeface="Arial"/>
              </a:rPr>
              <a:t>Rutgers University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and heap</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Structs, unions, and alignment</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Floating-point values and registers</a:t>
            </a:r>
          </a:p>
        </p:txBody>
      </p:sp>
    </p:spTree>
    <p:extLst>
      <p:ext uri="{BB962C8B-B14F-4D97-AF65-F5344CB8AC3E}">
        <p14:creationId xmlns:p14="http://schemas.microsoft.com/office/powerpoint/2010/main" val="3667182145"/>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Registers, stack, and heap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Registers are small storage locations inside the CPU, close to the execution units.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stack holds active function frames. The heap holds dynamically allocated objects.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Stack and heap data reach the CPU through the memory hierarchy.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Registers: operands and addresses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locals and saved call state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Heap: malloc / calloc allocations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pointer can refer to either region.</a:t>
            </a:r>
          </a:p>
        </p:txBody>
      </p:sp>
      <p:sp>
        <p:nvSpPr>
          <p:cNvPr id="534" name="Takeaway">
            <a:extLst xmlns:a="http://schemas.openxmlformats.org/drawingml/2006/main">
              <a:ext uri="{FF2B5EF4-FFF2-40B4-BE49-F238E27FC236}">
                <a16:creationId xmlns:a16="http://schemas.microsoft.com/office/drawing/2014/main" id="{8E3E9056-1F73-484F-ABD8-BF85C973F717}"/>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local variable may be optimized into a register; the stack is the usual teaching model.</a:t>
            </a:r>
          </a:p>
        </p:txBody>
      </p:sp>
    </p:spTree>
    <p:extLst>
      <p:ext uri="{BB962C8B-B14F-4D97-AF65-F5344CB8AC3E}">
        <p14:creationId xmlns:p14="http://schemas.microsoft.com/office/powerpoint/2010/main" val="366718214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returning a pointer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caller wants to use the returned array after make_scores finishes.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is wrong with this function?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Would returning a pointer to a successful malloc allocation have the same lifetime problem?</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*make_scores(void)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int scores[3] = {8, 11, 14};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return scores;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int *p = make_scores();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Can we safely read p[0]?</a:t>
            </a:r>
          </a:p>
        </p:txBody>
      </p:sp>
      <p:sp>
        <p:nvSpPr>
          <p:cNvPr id="534" name="Takeaway">
            <a:extLst xmlns:a="http://schemas.openxmlformats.org/drawingml/2006/main">
              <a:ext uri="{FF2B5EF4-FFF2-40B4-BE49-F238E27FC236}">
                <a16:creationId xmlns:a16="http://schemas.microsoft.com/office/drawing/2014/main" id="{4B9F37F3-21E5-4626-BE1A-BF6CC9E9967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Ask when the object stops existing, not whether the old bytes might still be visible.</a:t>
            </a:r>
          </a:p>
        </p:txBody>
      </p:sp>
    </p:spTree>
    <p:extLst>
      <p:ext uri="{BB962C8B-B14F-4D97-AF65-F5344CB8AC3E}">
        <p14:creationId xmlns:p14="http://schemas.microsoft.com/office/powerpoint/2010/main" val="3667182145"/>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Dynamic allocation and ownership</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malloc reserves bytes without initializing their values. calloc reserves space and zeroes its bytes.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for NULL before using the allocation.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allocation survives function return. Someone must eventually free it exactly once.</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#include &lt;stdlib.h&gt;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int *p = calloc(6, sizeof *p);</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if (p == NULL)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 Handle allocation failure.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else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p[0] = 12;</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free(p);</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p = NULL;</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9C9936D5-9ACB-4BE4-806F-42513E25DD2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Allocation uses a software allocator backed by OS memory services; it is not a special CPU allocation instruction.</a:t>
            </a:r>
          </a:p>
        </p:txBody>
      </p:sp>
    </p:spTree>
    <p:extLst>
      <p:ext uri="{BB962C8B-B14F-4D97-AF65-F5344CB8AC3E}">
        <p14:creationId xmlns:p14="http://schemas.microsoft.com/office/powerpoint/2010/main" val="3667182145"/>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pointer or allocation?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the iLab x86-64 model: pointers are 8 bytes and doubles are 8 bytes. Allocation succeeds.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Find sizeof p, sizeof *p, and the requested allocation size.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Does free(p) remove the local variable p?</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double *p = calloc(6, sizeof *p);</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sizeof p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sizeof *p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allocated bytes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free(p);</a:t>
            </a:r>
          </a:p>
        </p:txBody>
      </p:sp>
      <p:sp>
        <p:nvSpPr>
          <p:cNvPr id="534" name="Takeaway">
            <a:extLst xmlns:a="http://schemas.openxmlformats.org/drawingml/2006/main">
              <a:ext uri="{FF2B5EF4-FFF2-40B4-BE49-F238E27FC236}">
                <a16:creationId xmlns:a16="http://schemas.microsoft.com/office/drawing/2014/main" id="{53DF57CF-9F9F-4CCA-9C91-107DDE6F6BB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pointer object and the block it points to are separate objects.</a:t>
            </a:r>
          </a:p>
        </p:txBody>
      </p:sp>
    </p:spTree>
    <p:extLst>
      <p:ext uri="{BB962C8B-B14F-4D97-AF65-F5344CB8AC3E}">
        <p14:creationId xmlns:p14="http://schemas.microsoft.com/office/powerpoint/2010/main" val="3667182145"/>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Structs, unions, and bit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A struct gives its members distinct storage, with padding where needed.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Union members overlap the same storage. Writing one changes the bytes seen through the others.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Bit fields specify member widths in bits; their layout depends on the implementation.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Pair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count;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float ratio;</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union View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unsigned int bits;</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float value;</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Example bit-field declaration:</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unsigned int fraction : 23;</a:t>
            </a:r>
          </a:p>
        </p:txBody>
      </p:sp>
      <p:sp>
        <p:nvSpPr>
          <p:cNvPr id="534" name="Takeaway">
            <a:extLst xmlns:a="http://schemas.openxmlformats.org/drawingml/2006/main">
              <a:ext uri="{FF2B5EF4-FFF2-40B4-BE49-F238E27FC236}">
                <a16:creationId xmlns:a16="http://schemas.microsoft.com/office/drawing/2014/main" id="{439C6092-D029-4C32-B071-3C7811883F7A}"/>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Use object.member for an object and pointer-&gt;member through a pointer.</a:t>
            </a:r>
          </a:p>
        </p:txBody>
      </p:sp>
    </p:spTree>
    <p:extLst>
      <p:ext uri="{BB962C8B-B14F-4D97-AF65-F5344CB8AC3E}">
        <p14:creationId xmlns:p14="http://schemas.microsoft.com/office/powerpoint/2010/main" val="366718214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alignment and padding</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char has size/alignment 1 and int has size/alignment 4. Use ordinary x86-64 layout with no packing.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Where does each struct member begin? What is sizeof(struct Record)?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changes if struct becomes union?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5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struct Record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tag;</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int count;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    char ready;</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Byte offset:</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tag   =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count = ?</a:t>
            </a:r>
          </a:p>
          <a:p xmlns:a="http://schemas.openxmlformats.org/drawingml/2006/main">
            <a:pPr marL="0" indent="0">
              <a:lnSpc>
                <a:spcPct val="112000"/>
              </a:lnSpc>
              <a:spcBef>
                <a:spcPts val="0"/>
              </a:spcBef>
              <a:spcAft>
                <a:spcPts val="0"/>
              </a:spcAft>
              <a:buNone/>
              <a:defRPr sz="1500">
                <a:solidFill>
                  <a:srgbClr val="FFFFFF"/>
                </a:solidFill>
                <a:latin typeface="Consolas"/>
                <a:ea typeface="Consolas"/>
                <a:cs typeface="Consolas"/>
              </a:defRPr>
            </a:pPr>
            <a:r>
              <a:rPr sz="1500">
                <a:solidFill>
                  <a:srgbClr val="FFFFFF"/>
                </a:solidFill>
                <a:latin typeface="Consolas"/>
                <a:ea typeface="Consolas"/>
                <a:cs typeface="Consolas"/>
              </a:rPr>
              <a:t>ready = ?</a:t>
            </a:r>
          </a:p>
        </p:txBody>
      </p:sp>
      <p:sp>
        <p:nvSpPr>
          <p:cNvPr id="534" name="Takeaway">
            <a:extLst xmlns:a="http://schemas.openxmlformats.org/drawingml/2006/main">
              <a:ext uri="{FF2B5EF4-FFF2-40B4-BE49-F238E27FC236}">
                <a16:creationId xmlns:a16="http://schemas.microsoft.com/office/drawing/2014/main" id="{15E44B3F-CCB6-40F6-900F-846619C4DA4C}"/>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Alignment constrains starting addresses. Padding can appear between members and at the end.</a:t>
            </a:r>
          </a:p>
        </p:txBody>
      </p:sp>
    </p:spTree>
    <p:extLst>
      <p:ext uri="{BB962C8B-B14F-4D97-AF65-F5344CB8AC3E}">
        <p14:creationId xmlns:p14="http://schemas.microsoft.com/office/powerpoint/2010/main" val="366718214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8</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fields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Separate the sign, stored exponent, and fraction before calculating.</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For a normalized FP32 value, subtract bias 127 and restore the implied leading 1.</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Fraction positions have weights 1/2, 1/4, 1/8, and so 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FP32: 1 sign | 8 exponent | 23 fraction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Normalized value: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(-1)^s × 2^(E - 127) × (1 + F/2^23)</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 = stored exponent as an integer</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 = fraction bits as an integer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1.101₂ = 1 + 1/2 + 1/8</a:t>
            </a:r>
          </a:p>
        </p:txBody>
      </p:sp>
      <p:sp>
        <p:nvSpPr>
          <p:cNvPr id="534" name="Takeaway">
            <a:extLst xmlns:a="http://schemas.openxmlformats.org/drawingml/2006/main">
              <a:ext uri="{FF2B5EF4-FFF2-40B4-BE49-F238E27FC236}">
                <a16:creationId xmlns:a16="http://schemas.microsoft.com/office/drawing/2014/main" id="{F2F70765-EDF8-43D5-A41C-E276583BE2AD}"/>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normal formula applies for stored exponents 1–254. Zero and 255 are special cases.</a:t>
            </a:r>
          </a:p>
        </p:txBody>
      </p:sp>
    </p:spTree>
    <p:extLst>
      <p:ext uri="{BB962C8B-B14F-4D97-AF65-F5344CB8AC3E}">
        <p14:creationId xmlns:p14="http://schemas.microsoft.com/office/powerpoint/2010/main" val="366718214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9</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decode an FP32 value</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sign bit is 1. The stored exponent is 129.</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The fraction starts with 0101; all remaining fraction bits are zero.</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decimal value is represented? Write the sign, exponent, and significand separately.</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exponent:  10000001₂ = 129</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0101000...000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Actual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Significand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Value           = ?</a:t>
            </a:r>
          </a:p>
        </p:txBody>
      </p:sp>
      <p:sp>
        <p:nvSpPr>
          <p:cNvPr id="534" name="Takeaway">
            <a:extLst xmlns:a="http://schemas.openxmlformats.org/drawingml/2006/main">
              <a:ext uri="{FF2B5EF4-FFF2-40B4-BE49-F238E27FC236}">
                <a16:creationId xmlns:a16="http://schemas.microsoft.com/office/drawing/2014/main" id="{17A9F809-9A02-44B6-9949-30872F025B35}"/>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leading 1 belongs before the binary point; the stored fraction goes after it.</a:t>
            </a:r>
          </a:p>
        </p:txBody>
      </p:sp>
    </p:spTree>
    <p:extLst>
      <p:ext uri="{BB962C8B-B14F-4D97-AF65-F5344CB8AC3E}">
        <p14:creationId xmlns:p14="http://schemas.microsoft.com/office/powerpoint/2010/main" val="366718214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10</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build the float bits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bits begins as zero. The shifts place values into the FP32 exponent and fraction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Interpret the resulting 32 bits as an FP32 value. What is the decimal value?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This changes a bit pattern; it is not an integer-to-float cast.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uint32_t bits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(126u &lt;&lt; 23);</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(1u &lt;&lt; 22);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bits |= (1u &lt;&lt; 20);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bit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weights = ?</a:t>
            </a:r>
          </a:p>
        </p:txBody>
      </p:sp>
      <p:sp>
        <p:nvSpPr>
          <p:cNvPr id="534" name="Takeaway">
            <a:extLst xmlns:a="http://schemas.openxmlformats.org/drawingml/2006/main">
              <a:ext uri="{FF2B5EF4-FFF2-40B4-BE49-F238E27FC236}">
                <a16:creationId xmlns:a16="http://schemas.microsoft.com/office/drawing/2014/main" id="{7693FAC2-1839-430A-943B-04EEBDFB204B}"/>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Fraction bit 22 has weight 1/2; bit 21 has weight 1/4; bit 20 has weight 1/8.</a:t>
            </a:r>
          </a:p>
        </p:txBody>
      </p:sp>
    </p:spTree>
    <p:extLst>
      <p:ext uri="{BB962C8B-B14F-4D97-AF65-F5344CB8AC3E}">
        <p14:creationId xmlns:p14="http://schemas.microsoft.com/office/powerpoint/2010/main" val="3667182145"/>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11</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Extra practice: encode −6.5</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Work in the opposite direction: start with a decimal value and find its FP32 fields.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Convert the magnitude to binary, normalize it, then apply the 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are the sign bit, stored exponent, and fraction bits?</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6.5₁₀ = ?₂</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Normalize: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1._____₂ × 2^?</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Sign =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exponent = ? + 127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Fraction = ? (then zero-fill)</a:t>
            </a:r>
          </a:p>
        </p:txBody>
      </p:sp>
      <p:sp>
        <p:nvSpPr>
          <p:cNvPr id="534" name="Takeaway">
            <a:extLst xmlns:a="http://schemas.openxmlformats.org/drawingml/2006/main">
              <a:ext uri="{FF2B5EF4-FFF2-40B4-BE49-F238E27FC236}">
                <a16:creationId xmlns:a16="http://schemas.microsoft.com/office/drawing/2014/main" id="{5A2441C9-DFC6-4435-8994-9849435ED009}"/>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Normalization moves the binary point. It does not discard the fractional part.</a:t>
            </a:r>
          </a:p>
        </p:txBody>
      </p:sp>
    </p:spTree>
    <p:extLst>
      <p:ext uri="{BB962C8B-B14F-4D97-AF65-F5344CB8AC3E}">
        <p14:creationId xmlns:p14="http://schemas.microsoft.com/office/powerpoint/2010/main" val="3667182145"/>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12</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Zero, subnormals, infinity, and NaN</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Check the exponent field before using a formula.</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 zero exponent has no implied leading 1. Its scale uses 1 − bias.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An all-ones exponent represents infinity or NaN, depending on the fraction.</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Stored E    Fraction F    Meaning</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           0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0           nonzero       subnormal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1–254       any           normal</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255         0             ±infinity</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255         nonzero       NaN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Subnormal magnitude:</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2^(1 - 127) × F/2^23</a:t>
            </a:r>
          </a:p>
        </p:txBody>
      </p:sp>
      <p:sp>
        <p:nvSpPr>
          <p:cNvPr id="534" name="Takeaway">
            <a:extLst xmlns:a="http://schemas.openxmlformats.org/drawingml/2006/main">
              <a:ext uri="{FF2B5EF4-FFF2-40B4-BE49-F238E27FC236}">
                <a16:creationId xmlns:a16="http://schemas.microsoft.com/office/drawing/2014/main" id="{F4D93A4A-CDB2-496F-A8E5-37D5162F5531}"/>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 stored exponent of zero does not mean the whole number must be zero.</a:t>
            </a:r>
          </a:p>
        </p:txBody>
      </p:sp>
    </p:spTree>
    <p:extLst>
      <p:ext uri="{BB962C8B-B14F-4D97-AF65-F5344CB8AC3E}">
        <p14:creationId xmlns:p14="http://schemas.microsoft.com/office/powerpoint/2010/main" val="3667182145"/>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13</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Floating-point register families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5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x87 has eight 80-bit registers organized as a register stack. This is separate from the function-call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XMM registers are 128 bits wide. Scalar float instructions use one value within that register.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575">
                <a:solidFill>
                  <a:srgbClr val="FFFFFF"/>
                </a:solidFill>
                <a:latin typeface="Arial"/>
                <a:ea typeface="Arial"/>
                <a:cs typeface="Arial"/>
              </a:defRPr>
            </a:pPr>
            <a:r>
              <a:rPr sz="1575">
                <a:solidFill>
                  <a:srgbClr val="FFFFFF"/>
                </a:solidFill>
                <a:latin typeface="Arial"/>
                <a:ea typeface="Arial"/>
                <a:cs typeface="Arial"/>
              </a:rPr>
              <a:t>YMM registers are 256 bits wide; their low 128 bits overlap XMM.</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x87:  ST(0) ... ST(7)   80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MMX:  mm0 ... mm7       64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packed integers; aliases x87</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XMM:  xmm0 ... xmm15   128 bits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YMM:  ymm0 ... ymm15   256 bits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movss / addss: scalar FP32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movsd / addsd: scalar FP64</a:t>
            </a:r>
          </a:p>
        </p:txBody>
      </p:sp>
      <p:sp>
        <p:nvSpPr>
          <p:cNvPr id="534" name="Takeaway">
            <a:extLst xmlns:a="http://schemas.openxmlformats.org/drawingml/2006/main">
              <a:ext uri="{FF2B5EF4-FFF2-40B4-BE49-F238E27FC236}">
                <a16:creationId xmlns:a16="http://schemas.microsoft.com/office/drawing/2014/main" id="{5E2AF9FC-C910-48F9-B1EB-4B01C349812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The register width is not the size of every value it holds. Names here use the baseline x86-64 model.</a:t>
            </a:r>
          </a:p>
        </p:txBody>
      </p:sp>
    </p:spTree>
    <p:extLst>
      <p:ext uri="{BB962C8B-B14F-4D97-AF65-F5344CB8AC3E}">
        <p14:creationId xmlns:p14="http://schemas.microsoft.com/office/powerpoint/2010/main" val="3667182145"/>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14</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scalar float instructions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Initially, the low float in %xmm0 is 2.5 and the low float in %xmm1 is 4.0.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What value is in %xmm0 after each instruction?</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Why convert to double before passing a float to printf?</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AT&amp;T: source, destination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mulss %xmm1, %xmm0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addss %xmm1, %xmm0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cvtss2sd %xmm0, %xmm0</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ss = scalar single precision</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sd = scalar double precision</a:t>
            </a:r>
          </a:p>
        </p:txBody>
      </p:sp>
      <p:sp>
        <p:nvSpPr>
          <p:cNvPr id="534" name="Takeaway">
            <a:extLst xmlns:a="http://schemas.openxmlformats.org/drawingml/2006/main">
              <a:ext uri="{FF2B5EF4-FFF2-40B4-BE49-F238E27FC236}">
                <a16:creationId xmlns:a16="http://schemas.microsoft.com/office/drawing/2014/main" id="{59A79DE3-4F7C-4576-9CD3-7BD0D1E42D13}"/>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For these operations, %xmm0 is the destination; %xmm1 stays unchanged.</a:t>
            </a:r>
          </a:p>
        </p:txBody>
      </p:sp>
    </p:spTree>
    <p:extLst>
      <p:ext uri="{BB962C8B-B14F-4D97-AF65-F5344CB8AC3E}">
        <p14:creationId xmlns:p14="http://schemas.microsoft.com/office/powerpoint/2010/main" val="3667182145"/>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15</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exhausting the stack</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Active calls keep their frames until they return. Deep recursion or large local arrays can exhaust the available stack.</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Assume each active frame needs 2 KiB and only 64 KiB is available. Ignore all other overhead.</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Can 40 active calls fit?</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Stack grows toward lower addresses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on the course's x86-64 model.</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40 frames × 2 KiB = ?</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Budget = 64 KiB</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1 KiB = 1024 bytes</a:t>
            </a:r>
          </a:p>
        </p:txBody>
      </p:sp>
      <p:sp>
        <p:nvSpPr>
          <p:cNvPr id="534" name="Takeaway">
            <a:extLst xmlns:a="http://schemas.openxmlformats.org/drawingml/2006/main">
              <a:ext uri="{FF2B5EF4-FFF2-40B4-BE49-F238E27FC236}">
                <a16:creationId xmlns:a16="http://schemas.microsoft.com/office/drawing/2014/main" id="{B9BF8A70-AFA0-43D3-8C22-3B75F53BA2F0}"/>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Stack exhaustion is different from writing past the end of a stack buffer.</a:t>
            </a:r>
          </a:p>
        </p:txBody>
      </p:sp>
    </p:spTree>
    <p:extLst>
      <p:ext uri="{BB962C8B-B14F-4D97-AF65-F5344CB8AC3E}">
        <p14:creationId xmlns:p14="http://schemas.microsoft.com/office/powerpoint/2010/main" val="3667182145"/>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16</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Practice: writing past a buffer</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How many bytes fit in name, including the terminating null byte?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Identify the invalid write.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Could it affect nearby stack data? Is a crash guaranteed?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void label(void)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char name[4];</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name[0] = 'C';</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name[1] = 'S';</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name[2] = '2';</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name[3] = '1';</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    name[4] = '\0';</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t>
            </a:r>
          </a:p>
        </p:txBody>
      </p:sp>
      <p:sp>
        <p:nvSpPr>
          <p:cNvPr id="534" name="Takeaway">
            <a:extLst xmlns:a="http://schemas.openxmlformats.org/drawingml/2006/main">
              <a:ext uri="{FF2B5EF4-FFF2-40B4-BE49-F238E27FC236}">
                <a16:creationId xmlns:a16="http://schemas.microsoft.com/office/drawing/2014/main" id="{DA15B0E1-54A2-4897-9536-91DC99766AF6}"/>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An invalid write is undefined behavior even when the program appears to run normally.</a:t>
            </a:r>
          </a:p>
        </p:txBody>
      </p:sp>
    </p:spTree>
    <p:extLst>
      <p:ext uri="{BB962C8B-B14F-4D97-AF65-F5344CB8AC3E}">
        <p14:creationId xmlns:p14="http://schemas.microsoft.com/office/powerpoint/2010/main" val="3667182145"/>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sp>
        <p:nvSpPr>
          <p:cNvPr id="3" name="Footer Placeholder 2">
            <a:extLst xmlns:a="http://schemas.openxmlformats.org/drawingml/2006/main">
              <a:ext uri="{FF2B5EF4-FFF2-40B4-BE49-F238E27FC236}">
                <a16:creationId xmlns:a16="http://schemas.microsoft.com/office/drawing/2014/main" id="{39EA4C82-C623-0196-4A95-876ADF5DEE92}"/>
              </a:ext>
            </a:extLst>
          </p:cNvPr>
          <p:cNvSpPr>
            <a:spLocks xmlns:a="http://schemas.openxmlformats.org/drawingml/2006/main" noGrp="1"/>
          </p:cNvSpPr>
          <p:nvPr>
            <p:ph type="ftr" idx="3"/>
          </p:nvPr>
        </p:nvSpPr>
        <p:spPr>
          <a:xfrm xmlns:a="http://schemas.openxmlformats.org/drawingml/2006/main">
            <a:off x="393700" y="6279952"/>
            <a:ext cx="3568700" cy="241240"/>
          </a:xfrm>
        </p:spPr>
        <p:txBody>
          <a:bodyPr xmlns:a="http://schemas.openxmlformats.org/drawingml/2006/main"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CS 211 · Recitation 06</a:t>
            </a:r>
          </a:p>
        </p:txBody>
      </p:sp>
      <p:sp>
        <p:nvSpPr>
          <p:cNvPr id="532" name="Google Shape;532;p58">
            <a:extLst xmlns:a="http://schemas.openxmlformats.org/drawingml/2006/main">
              <a:ext uri="{FF2B5EF4-FFF2-40B4-BE49-F238E27FC236}">
                <a16:creationId xmlns:a16="http://schemas.microsoft.com/office/drawing/2014/main" id="{1BCBE750-7048-686D-1472-52C53362D6CD}"/>
              </a:ext>
            </a:extLst>
          </p:cNvPr>
          <p:cNvSpPr>
            <a:spLocks xmlns:a="http://schemas.openxmlformats.org/drawingml/2006/main" noGrp="1"/>
          </p:cNvSpPr>
          <p:nvPr>
            <p:ph type="sldNum" idx="4"/>
          </p:nvPr>
        </p:nvSpPr>
        <p:spPr>
          <a:xfrm xmlns:a="http://schemas.openxmlformats.org/drawingml/2006/main">
            <a:off x="11279332" y="6279294"/>
            <a:ext cx="518968" cy="241240"/>
          </a:xfrm>
        </p:spPr>
        <p:txBody>
          <a:bodyPr xmlns:a="http://schemas.openxmlformats.org/drawingml/2006/main" spcFirstLastPara="1" vert="horz" wrap="square" lIns="0" tIns="0" rIns="0" bIns="0" anchor="t">
            <a:noAutofit/>
          </a:bodyPr>
          <a:lstStyle xmlns:a="http://schemas.openxmlformats.org/drawingml/2006/main">
            <a:defPPr>
              <a:defRPr sz="1125">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1125">
                <a:solidFill>
                  <a:srgbClr val="FFFFFF"/>
                </a:solidFill>
                <a:latin typeface="Arial"/>
                <a:ea typeface="Arial"/>
                <a:cs typeface="Arial"/>
              </a:defRPr>
            </a:pPr>
            <a:r>
              <a:rPr sz="1125">
                <a:solidFill>
                  <a:srgbClr val="FFFFFF"/>
                </a:solidFill>
                <a:latin typeface="Arial"/>
                <a:ea typeface="Arial"/>
                <a:cs typeface="Arial"/>
              </a:rPr>
              <a:t>17</a:t>
            </a:r>
          </a:p>
        </p:txBody>
      </p:sp>
      <p:sp>
        <p:nvSpPr>
          <p:cNvPr id="533" name="Google Shape;533;p58">
            <a:extLst xmlns:a="http://schemas.openxmlformats.org/drawingml/2006/main">
              <a:ext uri="{FF2B5EF4-FFF2-40B4-BE49-F238E27FC236}">
                <a16:creationId xmlns:a16="http://schemas.microsoft.com/office/drawing/2014/main" id="{1B5D55CD-1C17-7CD8-F26A-2DD65B067687}"/>
              </a:ext>
            </a:extLst>
          </p:cNvPr>
          <p:cNvSpPr>
            <a:spLocks xmlns:a="http://schemas.openxmlformats.org/drawingml/2006/main" noGrp="1"/>
          </p:cNvSpPr>
          <p:nvPr>
            <p:ph type="title" idx="0"/>
          </p:nvPr>
        </p:nvSpPr>
        <p:spPr>
          <a:xfrm xmlns:a="http://schemas.openxmlformats.org/drawingml/2006/main">
            <a:off x="393700" y="344008"/>
            <a:ext cx="11404600" cy="1047491"/>
          </a:xfrm>
        </p:spPr>
        <p:txBody>
          <a:bodyPr xmlns:a="http://schemas.openxmlformats.org/drawingml/2006/main" spcFirstLastPara="1" vert="horz" wrap="square" lIns="0" tIns="0" rIns="0" bIns="0" anchor="t">
            <a:noAutofit/>
          </a:bodyPr>
          <a:lstStyle xmlns:a="http://schemas.openxmlformats.org/drawingml/2006/main">
            <a:defPPr>
              <a:defRPr sz="3150">
                <a:solidFill>
                  <a:srgbClr val="FFFFFF"/>
                </a:solidFill>
                <a:latin typeface="Arial"/>
                <a:ea typeface="Arial"/>
                <a:cs typeface="Arial"/>
              </a:defRPr>
            </a:defPPr>
          </a:lstStyle>
          <a:p xmlns:a="http://schemas.openxmlformats.org/drawingml/2006/main">
            <a:pPr marL="0" indent="0">
              <a:lnSpc>
                <a:spcPct val="112000"/>
              </a:lnSpc>
              <a:spcBef>
                <a:spcPts val="0"/>
              </a:spcBef>
              <a:spcAft>
                <a:spcPts val="0"/>
              </a:spcAft>
              <a:buNone/>
              <a:defRPr sz="3150">
                <a:solidFill>
                  <a:srgbClr val="FFFFFF"/>
                </a:solidFill>
                <a:latin typeface="Arial"/>
                <a:ea typeface="Arial"/>
                <a:cs typeface="Arial"/>
              </a:defRPr>
            </a:pPr>
            <a:r>
              <a:rPr sz="3150">
                <a:solidFill>
                  <a:srgbClr val="FFFFFF"/>
                </a:solidFill>
                <a:latin typeface="Arial"/>
                <a:ea typeface="Arial"/>
                <a:cs typeface="Arial"/>
              </a:rPr>
              <a:t>Stack protections</a:t>
            </a:r>
          </a:p>
        </p:txBody>
      </p:sp>
      <p:sp>
        <p:nvSpPr>
          <p:cNvPr id="7" name="Google Shape;534;p58">
            <a:extLst xmlns:a="http://schemas.openxmlformats.org/drawingml/2006/main">
              <a:ext uri="{FF2B5EF4-FFF2-40B4-BE49-F238E27FC236}">
                <a16:creationId xmlns:a16="http://schemas.microsoft.com/office/drawing/2014/main" id="{3A923FEE-B8D2-CD3A-ABBD-21770B40AA24}"/>
              </a:ext>
            </a:extLst>
          </p:cNvPr>
          <p:cNvSpPr>
            <a:spLocks xmlns:a="http://schemas.openxmlformats.org/drawingml/2006/main" noGrp="1"/>
          </p:cNvSpPr>
          <p:nvPr/>
        </p:nvSpPr>
        <p:spPr>
          <a:xfrm xmlns:a="http://schemas.openxmlformats.org/drawingml/2006/main">
            <a:off x="393700" y="2031999"/>
            <a:ext cx="5537200" cy="3534787"/>
          </a:xfrm>
          <a:prstGeom xmlns:a="http://schemas.openxmlformats.org/drawingml/2006/main" prst="rect">
            <a:avLst/>
          </a:prstGeom>
        </p:spPr>
        <p:txBody>
          <a:bodyPr xmlns:a="http://schemas.openxmlformats.org/drawingml/2006/main" spcFirstLastPara="1" vert="horz" wrap="square" lIns="0" tIns="0" rIns="0" bIns="0" anchor="t">
            <a:noAutofit/>
          </a:bodyPr>
          <a:lstStyle xmlns:a="http://schemas.openxmlformats.org/drawingml/2006/main">
            <a:defPPr>
              <a:defRPr sz="1875">
                <a:solidFill>
                  <a:srgbClr val="FFFFFF"/>
                </a:solidFill>
                <a:latin typeface="Arial"/>
                <a:ea typeface="Arial"/>
                <a:cs typeface="Arial"/>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Match each mechanism to its purpose.</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Which detects some stack corruption? Which makes addresses less predictable? Which prevents executing instructions from data pages?</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75">
                <a:solidFill>
                  <a:srgbClr val="FFFFFF"/>
                </a:solidFill>
                <a:latin typeface="Arial"/>
                <a:ea typeface="Arial"/>
                <a:cs typeface="Arial"/>
              </a:defRPr>
            </a:pPr>
            <a:r>
              <a:rPr sz="1875">
                <a:solidFill>
                  <a:srgbClr val="FFFFFF"/>
                </a:solidFill>
                <a:latin typeface="Arial"/>
                <a:ea typeface="Arial"/>
                <a:cs typeface="Arial"/>
              </a:rPr>
              <a:t>Do any of these make an out-of-bounds C write valid?</a:t>
            </a:r>
          </a:p>
        </p:txBody>
      </p:sp>
      <p:sp>
        <p:nvSpPr>
          <p:cNvPr id="8" name="Content Placeholder 3">
            <a:extLst xmlns:a="http://schemas.openxmlformats.org/drawingml/2006/main">
              <a:ext uri="{FF2B5EF4-FFF2-40B4-BE49-F238E27FC236}">
                <a16:creationId xmlns:a16="http://schemas.microsoft.com/office/drawing/2014/main" id="{2EE8F343-A95F-2AAA-FE9E-A6C31E298DF7}"/>
              </a:ext>
            </a:extLst>
          </p:cNvPr>
          <p:cNvSpPr>
            <a:spLocks xmlns:a="http://schemas.openxmlformats.org/drawingml/2006/main" noGrp="1"/>
          </p:cNvSpPr>
          <p:nvPr/>
        </p:nvSpPr>
        <p:spPr>
          <a:xfrm xmlns:a="http://schemas.openxmlformats.org/drawingml/2006/main">
            <a:off x="6256618" y="2031999"/>
            <a:ext cx="5537200" cy="3534787"/>
          </a:xfrm>
          <a:prstGeom xmlns:a="http://schemas.openxmlformats.org/drawingml/2006/main" prst="rect">
            <a:avLst/>
          </a:prstGeom>
        </p:spPr>
        <p:txBody>
          <a:bodyPr xmlns:a="http://schemas.openxmlformats.org/drawingml/2006/main" lIns="0" tIns="0" rIns="0" bIns="0" anchor="t">
            <a:noAutofit/>
          </a:bodyPr>
          <a:lstStyle xmlns:a="http://schemas.openxmlformats.org/drawingml/2006/main">
            <a:defPPr>
              <a:defRPr sz="1800">
                <a:solidFill>
                  <a:srgbClr val="FFFFFF"/>
                </a:solidFill>
                <a:latin typeface="Consolas"/>
                <a:ea typeface="Consolas"/>
                <a:cs typeface="Consolas"/>
              </a:defRPr>
            </a:defPPr>
            <a:lvl1pPr marL="228600" indent="-228600" algn="l" defTabSz="914400">
              <a:lnSpc>
                <a:spcPct val="90000"/>
              </a:lnSpc>
              <a:spcBef>
                <a:spcPts val="1000"/>
              </a:spcBef>
              <a:buFont typeface="Arial"/>
              <a:buChar char="•"/>
              <a:defRPr sz="24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0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18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a:lstStyle>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A. Stack canary</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B. Address-space randomization (ASLR)</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C. Non-executable data pages (NX)</a:t>
            </a:r>
          </a:p>
          <a:p xmlns:a="http://schemas.openxmlformats.org/drawingml/2006/main">
            <a:pPr marL="0" indent="0">
              <a:lnSpc>
                <a:spcPct val="112000"/>
              </a:lnSpc>
              <a:spcBef>
                <a:spcPts val="0"/>
              </a:spcBef>
              <a:spcAft>
                <a:spcPts val="0"/>
              </a:spcAft>
              <a:buNone/>
            </a:pPr>
            <a:r>
              <a:t/>
            </a:r>
          </a:p>
          <a:p xmlns:a="http://schemas.openxmlformats.org/drawingml/2006/main">
            <a:pPr marL="0" indent="0">
              <a:lnSpc>
                <a:spcPct val="112000"/>
              </a:lnSpc>
              <a:spcBef>
                <a:spcPts val="0"/>
              </a:spcBef>
              <a:spcAft>
                <a:spcPts val="0"/>
              </a:spcAft>
              <a:buNone/>
              <a:defRPr sz="1800">
                <a:solidFill>
                  <a:srgbClr val="FFFFFF"/>
                </a:solidFill>
                <a:latin typeface="Consolas"/>
                <a:ea typeface="Consolas"/>
                <a:cs typeface="Consolas"/>
              </a:defRPr>
            </a:pPr>
            <a:r>
              <a:rPr sz="1800">
                <a:solidFill>
                  <a:srgbClr val="FFFFFF"/>
                </a:solidFill>
                <a:latin typeface="Consolas"/>
                <a:ea typeface="Consolas"/>
                <a:cs typeface="Consolas"/>
              </a:rPr>
              <a:t>Start by fixing the bounds error.</a:t>
            </a:r>
          </a:p>
        </p:txBody>
      </p:sp>
      <p:sp>
        <p:nvSpPr>
          <p:cNvPr id="534" name="Takeaway">
            <a:extLst xmlns:a="http://schemas.openxmlformats.org/drawingml/2006/main">
              <a:ext uri="{FF2B5EF4-FFF2-40B4-BE49-F238E27FC236}">
                <a16:creationId xmlns:a16="http://schemas.microsoft.com/office/drawing/2014/main" id="{D7C2DE69-4932-42C5-91C7-751C639ED8F4}"/>
              </a:ext>
            </a:extLst>
          </p:cNvPr>
          <p:cNvSpPr>
            <a:spLocks xmlns:a="http://schemas.openxmlformats.org/drawingml/2006/main" noGrp="1"/>
          </p:cNvSpPr>
          <p:nvPr/>
        </p:nvSpPr>
        <p:spPr>
          <a:xfrm xmlns:a="http://schemas.openxmlformats.org/drawingml/2006/main">
            <a:off x="393668" y="5715000"/>
            <a:ext cx="11404283"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a:solidFill>
                  <a:srgbClr val="CCCCCC"/>
                </a:solidFill>
                <a:latin typeface="Arial"/>
                <a:ea typeface="Arial"/>
                <a:cs typeface="Arial"/>
              </a:defRPr>
            </a:defPPr>
          </a:lstStyle>
          <a:p xmlns:a="http://schemas.openxmlformats.org/drawingml/2006/main">
            <a:pPr marL="0" indent="0">
              <a:lnSpc>
                <a:spcPct val="112000"/>
              </a:lnSpc>
              <a:spcBef>
                <a:spcPts val="0"/>
              </a:spcBef>
              <a:spcAft>
                <a:spcPts val="0"/>
              </a:spcAft>
              <a:buNone/>
              <a:defRPr sz="1350">
                <a:solidFill>
                  <a:srgbClr val="CCCCCC"/>
                </a:solidFill>
                <a:latin typeface="Arial"/>
                <a:ea typeface="Arial"/>
                <a:cs typeface="Arial"/>
              </a:defRPr>
            </a:pPr>
            <a:r>
              <a:rPr sz="1350">
                <a:solidFill>
                  <a:srgbClr val="CCCCCC"/>
                </a:solidFill>
                <a:latin typeface="Arial"/>
                <a:ea typeface="Arial"/>
                <a:cs typeface="Arial"/>
              </a:rPr>
              <a:t>Canaries, ASLR, and NX reduce risk. Correct bounds and lifetime handling are still required.</a:t>
            </a:r>
          </a:p>
        </p:txBody>
      </p:sp>
    </p:spTree>
    <p:extLst>
      <p:ext uri="{BB962C8B-B14F-4D97-AF65-F5344CB8AC3E}">
        <p14:creationId xmlns:p14="http://schemas.microsoft.com/office/powerpoint/2010/main" val="3667182145"/>
      </p:ext>
    </p:extLst>
  </p:cSld>
</p:sld>
</file>

<file path=ppt/theme/theme1.xml><?xml version="1.0" encoding="utf-8"?>
<a:theme xmlns:a="http://schemas.openxmlformats.org/drawingml/2006/main" name="Default Codex Theme">
  <a:themeElements>
    <a:clrScheme name="Codex Colors">
      <a:dk1>
        <a:srgbClr val="000000"/>
      </a:dk1>
      <a:lt1>
        <a:srgbClr val="FFFFFF"/>
      </a:lt1>
      <a:dk2>
        <a:srgbClr val="00264F"/>
      </a:dk2>
      <a:lt2>
        <a:srgbClr val="D0EDFA"/>
      </a:lt2>
      <a:accent1>
        <a:srgbClr val="6DCBF4"/>
      </a:accent1>
      <a:accent2>
        <a:srgbClr val="3D8DFF"/>
      </a:accent2>
      <a:accent3>
        <a:srgbClr val="47E2C2"/>
      </a:accent3>
      <a:accent4>
        <a:srgbClr val="85DF7B"/>
      </a:accent4>
      <a:accent5>
        <a:srgbClr val="F7CB59"/>
      </a:accent5>
      <a:accent6>
        <a:srgbClr val="F67576"/>
      </a:accent6>
      <a:hlink>
        <a:srgbClr val="000000"/>
      </a:hlink>
      <a:folHlink>
        <a:srgbClr val="0097A7"/>
      </a:folHlink>
    </a:clrScheme>
    <a:fontScheme name="Helvetica Neue">
      <a:majorFont>
        <a:latin typeface="Helvetica Neue"/>
        <a:ea typeface=""/>
        <a:cs typeface=""/>
      </a:majorFont>
      <a:minorFont>
        <a:latin typeface="Helvetica Neue"/>
        <a:ea typeface=""/>
        <a:cs typeface=""/>
      </a:minorFont>
    </a:fontScheme>
    <a:fmtScheme name="Codex Color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2026-10-16T02:49:04.6610000Z</dcterms:created>
  <dcterms:modified xsi:type="dcterms:W3CDTF">2026-10-16T02:49:04.6610000Z</dcterms:modified>
</coreProperties>
</file>