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61b36019c9b4fec" /><Relationship Type="http://schemas.openxmlformats.org/officeDocument/2006/relationships/extended-properties" Target="/docProps/app.xml" Id="R75592d90425d47cf" /><Relationship Type="http://schemas.openxmlformats.org/officeDocument/2006/relationships/officeDocument" Target="/ppt/presentation.xml" Id="R2ba42d4374c549b1"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c546562754c84fab"/>
  </p:sldMasterIdLst>
  <p:notesMasterIdLst>
    <p:notesMasterId xmlns:r="http://schemas.openxmlformats.org/officeDocument/2006/relationships" r:id="R18c94962a3424da1"/>
  </p:notesMasterIdLst>
  <p:sldIdLst>
    <p:sldId xmlns:r="http://schemas.openxmlformats.org/officeDocument/2006/relationships" id="256" r:id="R110869d41b21419b"/>
    <p:sldId xmlns:r="http://schemas.openxmlformats.org/officeDocument/2006/relationships" id="257" r:id="R3d01d33dd3914642"/>
    <p:sldId xmlns:r="http://schemas.openxmlformats.org/officeDocument/2006/relationships" id="258" r:id="R6869c86500834ebe"/>
    <p:sldId xmlns:r="http://schemas.openxmlformats.org/officeDocument/2006/relationships" id="259" r:id="Rbe860b6dc89845a2"/>
    <p:sldId xmlns:r="http://schemas.openxmlformats.org/officeDocument/2006/relationships" id="260" r:id="Rf11b65376f174638"/>
    <p:sldId xmlns:r="http://schemas.openxmlformats.org/officeDocument/2006/relationships" id="261" r:id="R5a954e3fa19b4a74"/>
    <p:sldId xmlns:r="http://schemas.openxmlformats.org/officeDocument/2006/relationships" id="262" r:id="R9b659ccf9ed94c1c"/>
    <p:sldId xmlns:r="http://schemas.openxmlformats.org/officeDocument/2006/relationships" id="263" r:id="Rb76f5cce82184a70"/>
    <p:sldId xmlns:r="http://schemas.openxmlformats.org/officeDocument/2006/relationships" id="264" r:id="R3297c3245b304110"/>
    <p:sldId xmlns:r="http://schemas.openxmlformats.org/officeDocument/2006/relationships" id="265" r:id="R13f28eab663e499a"/>
    <p:sldId xmlns:r="http://schemas.openxmlformats.org/officeDocument/2006/relationships" id="266" r:id="R6f50a71239d341cf"/>
    <p:sldId xmlns:r="http://schemas.openxmlformats.org/officeDocument/2006/relationships" id="267" r:id="Reefa3f5b44cb4239"/>
    <p:sldId xmlns:r="http://schemas.openxmlformats.org/officeDocument/2006/relationships" id="268" r:id="Rd37e706a9aec496d"/>
    <p:sldId xmlns:r="http://schemas.openxmlformats.org/officeDocument/2006/relationships" id="269" r:id="Rfaa40ca614cd44ef"/>
    <p:sldId xmlns:r="http://schemas.openxmlformats.org/officeDocument/2006/relationships" id="270" r:id="R471baf6deba64591"/>
    <p:sldId xmlns:r="http://schemas.openxmlformats.org/officeDocument/2006/relationships" id="271" r:id="Rc7e3907cafd54fce"/>
    <p:sldId xmlns:r="http://schemas.openxmlformats.org/officeDocument/2006/relationships" id="272" r:id="R4a5f4798a59f4262"/>
  </p:sldIdLst>
  <p:sldSz cx="12192000" cy="6858000"/>
  <p:notesSz cx="6858000" cy="9144000"/>
  <p:embeddedFontLst>
    <p:embeddedFont>
      <p:font typeface="OpenAI Sans"/>
      <p:regular xmlns:r="http://schemas.openxmlformats.org/officeDocument/2006/relationships" r:id="R417b4eba6db447c3"/>
      <p:bold xmlns:r="http://schemas.openxmlformats.org/officeDocument/2006/relationships" r:id="Re4d1668761e9423e"/>
      <p:italic xmlns:r="http://schemas.openxmlformats.org/officeDocument/2006/relationships" r:id="R3dee533c0dc64ec6"/>
      <p:boldItalic xmlns:r="http://schemas.openxmlformats.org/officeDocument/2006/relationships" r:id="R28372c5e0a8949ec"/>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1ca848a5ae24ada" /><Relationship Type="http://schemas.openxmlformats.org/officeDocument/2006/relationships/slideMaster" Target="/ppt/slideMasters/slideMaster1.xml" Id="Rc546562754c84fab" /><Relationship Type="http://schemas.openxmlformats.org/officeDocument/2006/relationships/notesMaster" Target="/ppt/notesMasters/notesMaster1.xml" Id="R18c94962a3424da1" /><Relationship Type="http://schemas.openxmlformats.org/officeDocument/2006/relationships/presProps" Target="/ppt/presProps.xml" Id="Rdf8ff8ca6bf848df" /><Relationship Type="http://schemas.openxmlformats.org/officeDocument/2006/relationships/viewProps" Target="/ppt/viewProps.xml" Id="R91ad455d30034ba5" /><Relationship Type="http://schemas.openxmlformats.org/officeDocument/2006/relationships/tableStyles" Target="/ppt/tableStyles.xml" Id="R64f3d02dbb334606" /><Relationship Type="http://schemas.openxmlformats.org/officeDocument/2006/relationships/font" Target="/ppt/fonts/font.dat" Id="R417b4eba6db447c3" /><Relationship Type="http://schemas.openxmlformats.org/officeDocument/2006/relationships/font" Target="/ppt/fonts/font2.dat" Id="Re4d1668761e9423e" /><Relationship Type="http://schemas.openxmlformats.org/officeDocument/2006/relationships/font" Target="/ppt/fonts/font3.dat" Id="R3dee533c0dc64ec6" /><Relationship Type="http://schemas.openxmlformats.org/officeDocument/2006/relationships/font" Target="/ppt/fonts/font4.dat" Id="R28372c5e0a8949ec" /><Relationship Type="http://schemas.openxmlformats.org/officeDocument/2006/relationships/slide" Target="/ppt/slides/slide1.xml" Id="R110869d41b21419b" /><Relationship Type="http://schemas.openxmlformats.org/officeDocument/2006/relationships/slide" Target="/ppt/slides/slide2.xml" Id="R3d01d33dd3914642" /><Relationship Type="http://schemas.openxmlformats.org/officeDocument/2006/relationships/slide" Target="/ppt/slides/slide3.xml" Id="R6869c86500834ebe" /><Relationship Type="http://schemas.openxmlformats.org/officeDocument/2006/relationships/slide" Target="/ppt/slides/slide4.xml" Id="Rbe860b6dc89845a2" /><Relationship Type="http://schemas.openxmlformats.org/officeDocument/2006/relationships/slide" Target="/ppt/slides/slide5.xml" Id="Rf11b65376f174638" /><Relationship Type="http://schemas.openxmlformats.org/officeDocument/2006/relationships/slide" Target="/ppt/slides/slide6.xml" Id="R5a954e3fa19b4a74" /><Relationship Type="http://schemas.openxmlformats.org/officeDocument/2006/relationships/slide" Target="/ppt/slides/slide7.xml" Id="R9b659ccf9ed94c1c" /><Relationship Type="http://schemas.openxmlformats.org/officeDocument/2006/relationships/slide" Target="/ppt/slides/slide8.xml" Id="Rb76f5cce82184a70" /><Relationship Type="http://schemas.openxmlformats.org/officeDocument/2006/relationships/slide" Target="/ppt/slides/slide9.xml" Id="R3297c3245b304110" /><Relationship Type="http://schemas.openxmlformats.org/officeDocument/2006/relationships/slide" Target="/ppt/slides/slide10.xml" Id="R13f28eab663e499a" /><Relationship Type="http://schemas.openxmlformats.org/officeDocument/2006/relationships/slide" Target="/ppt/slides/slide11.xml" Id="R6f50a71239d341cf" /><Relationship Type="http://schemas.openxmlformats.org/officeDocument/2006/relationships/slide" Target="/ppt/slides/slide12.xml" Id="Reefa3f5b44cb4239" /><Relationship Type="http://schemas.openxmlformats.org/officeDocument/2006/relationships/slide" Target="/ppt/slides/slide13.xml" Id="Rd37e706a9aec496d" /><Relationship Type="http://schemas.openxmlformats.org/officeDocument/2006/relationships/slide" Target="/ppt/slides/slide14.xml" Id="Rfaa40ca614cd44ef" /><Relationship Type="http://schemas.openxmlformats.org/officeDocument/2006/relationships/slide" Target="/ppt/slides/slide15.xml" Id="R471baf6deba64591" /><Relationship Type="http://schemas.openxmlformats.org/officeDocument/2006/relationships/slide" Target="/ppt/slides/slide16.xml" Id="Rc7e3907cafd54fce" /><Relationship Type="http://schemas.openxmlformats.org/officeDocument/2006/relationships/slide" Target="/ppt/slides/slide17.xml" Id="R4a5f4798a59f426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7ec8ef918d4f4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b44d05e08354586" /><Relationship Type="http://schemas.openxmlformats.org/officeDocument/2006/relationships/notesMaster" Target="/ppt/notesMasters/notesMaster1.xml" Id="R54ce8edfa74341b7" /></Relationships>
</file>

<file path=ppt/notesSlides/_rels/notesSlide2.xml.rels>&#65279;<?xml version="1.0" encoding="utf-8"?><Relationships xmlns="http://schemas.openxmlformats.org/package/2006/relationships"><Relationship Type="http://schemas.openxmlformats.org/officeDocument/2006/relationships/slide" Target="/ppt/slides/slide2.xml" Id="Rd40b44420d8743a7" /><Relationship Type="http://schemas.openxmlformats.org/officeDocument/2006/relationships/notesMaster" Target="/ppt/notesMasters/notesMaster1.xml" Id="R5474d44e151f473e" /></Relationships>
</file>

<file path=ppt/notesSlides/_rels/notesSlide3.xml.rels>&#65279;<?xml version="1.0" encoding="utf-8"?><Relationships xmlns="http://schemas.openxmlformats.org/package/2006/relationships"><Relationship Type="http://schemas.openxmlformats.org/officeDocument/2006/relationships/slide" Target="/ppt/slides/slide3.xml" Id="R8f44d41e984b4382" /><Relationship Type="http://schemas.openxmlformats.org/officeDocument/2006/relationships/notesMaster" Target="/ppt/notesMasters/notesMaster1.xml" Id="R199716cf092647f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aa6a9e7ef374d7f" /><Relationship Type="http://schemas.openxmlformats.org/officeDocument/2006/relationships/notesMaster" Target="/ppt/notesMasters/notesMaster1.xml" Id="R1a425f447b174ff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0883ac881c4cb1" /><Relationship Type="http://schemas.openxmlformats.org/officeDocument/2006/relationships/notesMaster" Target="/ppt/notesMasters/notesMaster1.xml" Id="Rff64ab329c764030" /></Relationships>
</file>

<file path=ppt/notesSlides/_rels/notesSlide6.xml.rels>&#65279;<?xml version="1.0" encoding="utf-8"?><Relationships xmlns="http://schemas.openxmlformats.org/package/2006/relationships"><Relationship Type="http://schemas.openxmlformats.org/officeDocument/2006/relationships/slide" Target="/ppt/slides/slide6.xml" Id="Re7c759c58d3149b3" /><Relationship Type="http://schemas.openxmlformats.org/officeDocument/2006/relationships/notesMaster" Target="/ppt/notesMasters/notesMaster1.xml" Id="R4f3a50f861984bd5" /></Relationships>
</file>

<file path=ppt/notesSlides/_rels/notesSlide7.xml.rels>&#65279;<?xml version="1.0" encoding="utf-8"?><Relationships xmlns="http://schemas.openxmlformats.org/package/2006/relationships"><Relationship Type="http://schemas.openxmlformats.org/officeDocument/2006/relationships/slide" Target="/ppt/slides/slide7.xml" Id="R1e9dbf91d9fa4288" /><Relationship Type="http://schemas.openxmlformats.org/officeDocument/2006/relationships/notesMaster" Target="/ppt/notesMasters/notesMaster1.xml" Id="Rf2639480a90644db" /></Relationships>
</file>

<file path=ppt/notesSlides/_rels/notesSlide8.xml.rels>&#65279;<?xml version="1.0" encoding="utf-8"?><Relationships xmlns="http://schemas.openxmlformats.org/package/2006/relationships"><Relationship Type="http://schemas.openxmlformats.org/officeDocument/2006/relationships/slide" Target="/ppt/slides/slide8.xml" Id="R88046846244a49f9" /><Relationship Type="http://schemas.openxmlformats.org/officeDocument/2006/relationships/notesMaster" Target="/ppt/notesMasters/notesMaster1.xml" Id="R8b4199a13e94403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e688630e4f424b" /><Relationship Type="http://schemas.openxmlformats.org/officeDocument/2006/relationships/notesMaster" Target="/ppt/notesMasters/notesMaster1.xml" Id="R574a36ede55b4cc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074ce56f3424fb4" /><Relationship Type="http://schemas.openxmlformats.org/officeDocument/2006/relationships/notesMaster" Target="/ppt/notesMasters/notesMaster1.xml" Id="R3524de2d31c047e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6d3152e4494199" /><Relationship Type="http://schemas.openxmlformats.org/officeDocument/2006/relationships/notesMaster" Target="/ppt/notesMasters/notesMaster1.xml" Id="R35cc7c046bfa4dc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915e6fcfb2a4944" /><Relationship Type="http://schemas.openxmlformats.org/officeDocument/2006/relationships/notesMaster" Target="/ppt/notesMasters/notesMaster1.xml" Id="Rab2d54c92c9941c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646e5e6f03441fc" /><Relationship Type="http://schemas.openxmlformats.org/officeDocument/2006/relationships/notesMaster" Target="/ppt/notesMasters/notesMaster1.xml" Id="Rb36df9a4ce55490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6577af8dad44b34" /><Relationship Type="http://schemas.openxmlformats.org/officeDocument/2006/relationships/notesMaster" Target="/ppt/notesMasters/notesMaster1.xml" Id="R1cb316804b9945d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a0339ad86044082" /><Relationship Type="http://schemas.openxmlformats.org/officeDocument/2006/relationships/notesMaster" Target="/ppt/notesMasters/notesMaster1.xml" Id="R065d0040be0a499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02a73da1b224658" /><Relationship Type="http://schemas.openxmlformats.org/officeDocument/2006/relationships/notesMaster" Target="/ppt/notesMasters/notesMaster1.xml" Id="R1a74d66e825e414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e2cf37810d34ce4" /><Relationship Type="http://schemas.openxmlformats.org/officeDocument/2006/relationships/notesMaster" Target="/ppt/notesMasters/notesMaster1.xml" Id="R7b1da7376bc4454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Review topics through Lecture 11, as confirmed by the This Quiz section of https://firner.com/presentations/cs211/2026-Fall/cs211_13/ . Use the questions for board work before revealing answers. Examples are original practice problems.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https://firner.com/presentations/cs211/2026-Fall/cs211_08/ (Registers and Memory), https://firner.com/presentations/cs211/2026-Fall/cs211_09/ (Stack Vs Heap Memory), and https://firner.com/presentations/cs211/2026-Fall/cs211_10/ (Why Align?). A processor has far less register capacity than addressable stack memory. Stack and heap are regions of a process's virtual address space, not separate types of physical RAM.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https://firner.com/presentations/cs211/2026-Fall/cs211_08/ (Returning an Array, Memory Ownership) and https://firner.com/presentations/cs211/2026-Fall/cs211_09/ (Returning Memory). Answer: returning the address does not extend scores' lifetime. No access to the dead object is valid, even if memory appears unchanged. Caller-owned output storage is another possible fix. This example uses a fixed-size array so the lifetime issue is independent of VLA support.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What is wrong with the function? It returns a pointer to the local array scores, whose lifetime ends when make_scores returns. Returning its address does not keep the array alive.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Would malloc have the same lifetime problem? No. A successful malloc allocation remains alive until it is freed, so its pointer can be returned. The caller must take responsibility for freeing 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Can we safely read p[0] in the shown code? No. The local scores array no longer exists after the function returns.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https://firner.com/presentations/cs211/2026-Fall/cs211_09/ (malloc, calloc, and free; Failure; The Operating System; free Rules). The allocator can reuse existing blocks without asking the OS on every call. C permits implicit conversion from void* to an object pointer; no cast is needed. Setting p to NULL does not repair any other aliases. free(NULL) is permitted. Do not free an automatic array or an interior pointer.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https://firner.com/presentations/cs211/2026-Fall/cs211_09/ (Tracking Size) and Lecture 08 (sizeof). These are stated target assumptions, not universal C sizes. sizeof p does not report the number of elements. sizeof *p with a non-VLA type does not read the pointed-to value. A local pointer may live in a register or a stack slot.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sizeof p = 8 bytes: the size of the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sizeof *p = 8 bytes: the size of a double.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Requested allocation size = 6 × 8 = 48 bytes, excluding allocator overhead.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Does free(p) remove p? No. It releases the allocated block; the local pointer variable remains in scope and must not be used to access the freed memory.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https://firner.com/presentations/cs211/2026-Fall/cs211_10/ (Structs, Bit Fields, Union Syntax). A union is large and aligned enough for any member; its size can include padding. Reinterpreting a floating-point representation is not numeric conversion. Bit-field ordering is not guaranteed merely by specifying endianness. For the review's float examples, explicit shifts define the bit positions.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https://firner.com/presentations/cs211/2026-Fall/cs211_10/ (Memory Alignment, Alignment, Packing). Board activity: draw 12 byte slots and label fields, then padding. Tail padding allows each element of an array of Records to keep the required alignment. Do not say every struct is aligned to 8 or that alignment guarantees an entire struct fits in one memory fetch; required alignment depends on members and the ABI.</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Member offsets: tag starts at byte 0, count at byte 4, and ready at byte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sizeof(struct Record) = 12 bytes, with alignment 4. Bytes 1–3 are internal padding; bytes 9–11 are tail padding.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If it becomes a union, every member starts at byte 0 and the size is 4 bytes under these assumptions.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https://firner.com/presentations/cs211/2026-Fall/cs211_05/ (Bias in FP32, Normalized Numbers, Equations). In course terminology, the fraction field may be called significand or mantissa; distinguish the stored fraction from the complete significand 1.f. The superscript denominator counts fraction bits, not total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https://firner.com/presentations/cs211/2026-Fall/cs211_05/ . Original practice values. Answer: -5.25. Common mistakes: interpreting sign 1 as positive; using exponent 129 without subtracting bias; using fraction 0.3125 without the implied 1. Verify by normalizing -101.01₂ as -1.0101₂ × 2².</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Sign = −1 because the sign bit is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Actual exponent = 129 − 127 = 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Significand = 1.0101₂ = 1 + 1/4 + 1/16 = 1.3125.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Decimal value = −1 × 4 × 1.3125 = −5.25.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https://firner.com/presentations/cs211/2026-Fall/cs211_05/ (Implementation Details, Now with Significand) and https://firner.com/presentations/cs211/2026-Fall/cs211_10/ (Reinterpreting Data). Include stdint.h for uint32_t. Answer: 0.8125. To inspect the representation in ordinary C on the stated FP32 system, use float f; memcpy(&amp;f, &amp;bits, sizeof f); with string.h, avoiding pointer-aliasing casts. A numeric conversion (float)bits would produce a different result.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Stored exponent E = 126, so the actual exponent is 126 − 127 =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Fraction weights: bits 22 and 20 contribute 1/2 + 1/8 = 0.625. Restore the implied 1 to get a significand of 1.625.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Decimal value = 2^(−1) × 1.625 = 0.8125. The final bit pattern is 0x3F500000.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https://firner.com/presentations/cs211/2026-Fall/cs211_05/ . Original additional float question requested by the TA. Write the place values 4,2,1,1/2 on the board; 6.5 uses 4 + 2 + 1/2. The leading normalized 1 is implied and is not copied into the 23-bit fraction field. Answer fields: 1 | 10000001 | 10100000000000000000000.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Binary magnitude: 6.5 = 110.1₂.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Normalized magnitude: 1.101₂ × 2².</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Sign bit = 1 because the requested value is negative.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Stored exponent = 2 + 127 = 129 = 10000001₂.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5. Fraction = 101 followed by 20 zeros. The complete FP32 bit pattern is 0xC0D00000.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https://firner.com/presentations/cs211/2026-Fall/cs211_05/ (NaN and Infinity, Subnormal Numbers, Equations). The subnormal magnitude expression omits sign deliberately; multiply by (-1)^s for the signed value. For normal values the complete significand is 1.f; for subnormal values it is 0.f. Ask whether E=0,F=1 is zero: it is the smallest positive subnormal when sign=0.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https://firner.com/presentations/cs211/2026-Fall/cs211_11/ (Different Hardware, Space, FPU, Register Features, Moving floats). Additional reference: https://cdrdv2-public.intel.com/843820/325462-sdm-vol-1-2abcd-3abcd-4-1.pdf (basic execution environment and SSE/AVX register organization). Technical clarification: MMX mm registers are distinct from SSE xmm names; MMX is for packed integers and aliases the x87 register storage. XMM is 16 bytes, YMM is 32 bytes. Legacy scalar ss operations use the low 32-bit floating-point element; sd uses the low 64-bit element. Newer extensions may provide additional registers. Do not confuse the x87 register stack with RAM addressed by rsp.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https://firner.com/presentations/cs211/2026-Fall/cs211_11/ (Moving floats, Operations, Other Operations, Passing a Float). These small values are represented exactly. Under the System V AMD64 convention, scalar float/double arguments normally use XMM registers, not the x87 stack; first such argument is normally xmm0. SS is 32-bit scalar, SD is 64-bit scalar. Avoid describing this as a conversion of the entire 128-bit register.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Values after each instruction: mulss gives 10.0; addss gives 14.0; cvtss2sd converts that low scalar value to a double, still 14.0.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Why convert before printf? C promotes float arguments to double for variadic functions such as printf; %f expects that promoted value.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https://firner.com/presentations/cs211/2026-Fall/cs211_09/ (Unwinding, Stack Overflows). An active frame cannot be reclaimed while its caller still needs its state. Optimization can eliminate frames or transform recursion, so the question explicitly assumes a fixed active-frame cost. Heap growth is a useful simplified diagram; real allocators also use independent mapped regions and are not one universally contiguous upward-growing area.</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Required space: 40 × 2 KiB = 80 KiB.</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Can 40 active calls fit? No. 80 KiB exceeds the 64 KiB budget; at most 32 frames fit in this simplified model. Real frames have other costs, and stack limits depend on the environment. The stack need not literally collide with the heap to overflow.</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https://firner.com/presentations/cs211/2026-Fall/cs211_11/ (Stack Corruption, Buffer Overflows). This is a conceptual C example; an optimizer may remove unused stores. Do not claim a particular stack layout or that this one-byte write always reaches a return address. Correct alternatives include a 5-byte array for this exact string or length-aware operations. Bounds errors and stack exhaustion are separate problems.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Capacity: name has 4 bytes, so it holds at most 3 ordinary string characters plus a null terminator.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Invalid write: name[4] is out of bounds; valid indices are 0–3.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Could it affect nearby stack data? Yes. A write past a stack buffer can corrupt adjacent data or saved call state.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Is a crash guaranteed? No. The write is undefined behavior; the exact effect is not guaranteed.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https://firner.com/presentations/cs211/2026-Fall/cs211_11/ (Protection, Using Canaries as Guards, Solution, Limiting Execution, Safety). Keep this at the conceptual defense level. A canary check detects corruption rather than repairing it or catching every write. ASLR and NX address different risks. Actual enabled protections depend on the compiler, binary, operating system, and configuration.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Detects some stack corruption: A, the stack canary. It is checked for unexpected modification.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Makes addresses less predictable: B, ASLR. It randomizes relevant address-space locations.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Prevents execution from data pages: C, NX. It blocks instruction execution from pages marked non-executable.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Does any mechanism make an out-of-bounds write valid? No. None fixes the invalid write or guarantees protection from every memory error or attack.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89b9f6f59704ca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75a1d5fadef40b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c4639b6bd6d448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31dbbff19bb49a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d70897360f9495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b2040267757434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de6ccbdc5e7d45cf"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5e991bbf88d74f43"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f11d85dc314483" /><Relationship Type="http://schemas.openxmlformats.org/officeDocument/2006/relationships/slideLayout" Target="/ppt/slideLayouts/slideLayout1.xml" Id="Rf53338cf733a490a" /><Relationship Type="http://schemas.openxmlformats.org/officeDocument/2006/relationships/slideLayout" Target="/ppt/slideLayouts/slideLayout2.xml" Id="Rcfb49e40bd424e01" /><Relationship Type="http://schemas.openxmlformats.org/officeDocument/2006/relationships/slideLayout" Target="/ppt/slideLayouts/slideLayout3.xml" Id="R206094983cc14b3e" /><Relationship Type="http://schemas.openxmlformats.org/officeDocument/2006/relationships/slideLayout" Target="/ppt/slideLayouts/slideLayout4.xml" Id="Rbc8be456406049f9" /><Relationship Type="http://schemas.openxmlformats.org/officeDocument/2006/relationships/slideLayout" Target="/ppt/slideLayouts/slideLayout5.xml" Id="R88f16ed997764707" /><Relationship Type="http://schemas.openxmlformats.org/officeDocument/2006/relationships/slideLayout" Target="/ppt/slideLayouts/slideLayout6.xml" Id="Ra023ef25661a4388" /><Relationship Type="http://schemas.openxmlformats.org/officeDocument/2006/relationships/slideLayout" Target="/ppt/slideLayouts/slideLayout7.xml" Id="Re20ed1d658194596" /><Relationship Type="http://schemas.openxmlformats.org/officeDocument/2006/relationships/slideLayout" Target="/ppt/slideLayouts/slideLayout8.xml" Id="Rc337f623259748ee"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f53338cf733a490a"/>
    <p:sldLayoutId xmlns:r="http://schemas.openxmlformats.org/officeDocument/2006/relationships" id="2147483650" r:id="Rcfb49e40bd424e01"/>
    <p:sldLayoutId xmlns:r="http://schemas.openxmlformats.org/officeDocument/2006/relationships" id="2147483651" r:id="R206094983cc14b3e"/>
    <p:sldLayoutId xmlns:r="http://schemas.openxmlformats.org/officeDocument/2006/relationships" id="2147483652" r:id="Rbc8be456406049f9"/>
    <p:sldLayoutId xmlns:r="http://schemas.openxmlformats.org/officeDocument/2006/relationships" id="2147483653" r:id="R88f16ed997764707"/>
    <p:sldLayoutId xmlns:r="http://schemas.openxmlformats.org/officeDocument/2006/relationships" id="2147483654" r:id="Ra023ef25661a4388"/>
    <p:sldLayoutId xmlns:r="http://schemas.openxmlformats.org/officeDocument/2006/relationships" id="2147483655" r:id="Re20ed1d658194596"/>
    <p:sldLayoutId xmlns:r="http://schemas.openxmlformats.org/officeDocument/2006/relationships" id="2147483656" r:id="Rc337f623259748ee"/>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6681b5a518d4d10" /><Relationship Type="http://schemas.openxmlformats.org/officeDocument/2006/relationships/notesSlide" Target="/ppt/notesSlides/notesSlide1.xml" Id="Rc9ef1985344547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5a0bba3cb9c4921" /><Relationship Type="http://schemas.openxmlformats.org/officeDocument/2006/relationships/notesSlide" Target="/ppt/notesSlides/notesSlide2.xml" Id="R3ab5704ba99041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e925b14978a4fb8" /><Relationship Type="http://schemas.openxmlformats.org/officeDocument/2006/relationships/notesSlide" Target="/ppt/notesSlides/notesSlide3.xml" Id="R5385256be5f24c8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74497f09ab34dcb" /><Relationship Type="http://schemas.openxmlformats.org/officeDocument/2006/relationships/notesSlide" Target="/ppt/notesSlides/notesSlide4.xml" Id="R5aa08d17e6d6405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f2b7257195d4bd9" /><Relationship Type="http://schemas.openxmlformats.org/officeDocument/2006/relationships/notesSlide" Target="/ppt/notesSlides/notesSlide5.xml" Id="Ra12de0f2805a490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9fa5e8222984253" /><Relationship Type="http://schemas.openxmlformats.org/officeDocument/2006/relationships/notesSlide" Target="/ppt/notesSlides/notesSlide6.xml" Id="R83df059eaf7f4dc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1927486a5b1472c" /><Relationship Type="http://schemas.openxmlformats.org/officeDocument/2006/relationships/notesSlide" Target="/ppt/notesSlides/notesSlide7.xml" Id="R633ed0baac294a1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e5b5c83fcc24e80" /><Relationship Type="http://schemas.openxmlformats.org/officeDocument/2006/relationships/notesSlide" Target="/ppt/notesSlides/notesSlide8.xml" Id="Rca6ea5802e6b43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cd94b5fd59b4586" /><Relationship Type="http://schemas.openxmlformats.org/officeDocument/2006/relationships/notesSlide" Target="/ppt/notesSlides/notesSlide9.xml" Id="R458fbfd2675147c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40ab3bdee254b80" /><Relationship Type="http://schemas.openxmlformats.org/officeDocument/2006/relationships/notesSlide" Target="/ppt/notesSlides/notesSlide10.xml" Id="R98555ba908ea4d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816629e23584103" /><Relationship Type="http://schemas.openxmlformats.org/officeDocument/2006/relationships/notesSlide" Target="/ppt/notesSlides/notesSlide11.xml" Id="Rc8ce51fe79e9452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2b1eaad54c14512" /><Relationship Type="http://schemas.openxmlformats.org/officeDocument/2006/relationships/notesSlide" Target="/ppt/notesSlides/notesSlide12.xml" Id="Rf060de9a973b4e6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959801ec5e84f8d" /><Relationship Type="http://schemas.openxmlformats.org/officeDocument/2006/relationships/notesSlide" Target="/ppt/notesSlides/notesSlide13.xml" Id="Rc2eb92bd53454f0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dd269aa69c14147" /><Relationship Type="http://schemas.openxmlformats.org/officeDocument/2006/relationships/notesSlide" Target="/ppt/notesSlides/notesSlide14.xml" Id="R8974da9e79fb434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beadd5d8a3d4222" /><Relationship Type="http://schemas.openxmlformats.org/officeDocument/2006/relationships/notesSlide" Target="/ppt/notesSlides/notesSlide15.xml" Id="R7a32fb36abcd409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a5f8d671d784665" /><Relationship Type="http://schemas.openxmlformats.org/officeDocument/2006/relationships/notesSlide" Target="/ppt/notesSlides/notesSlide16.xml" Id="Rb987877b4f704ab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242af5f47074770" /><Relationship Type="http://schemas.openxmlformats.org/officeDocument/2006/relationships/notesSlide" Target="/ppt/notesSlides/notesSlide17.xml" Id="Rdf20107faa2e432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Quiz 3 review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and heap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Structs, unions, and alignment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Floating-point values and registers</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stack, and heap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Registers are small storage locations inside the CPU, close to the execution units.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stack holds active function frames. The heap holds dynamically allocated objects.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Stack and heap data reach the CPU through the memory hierarchy.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Registers: operands and addresses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locals and saved call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Heap: malloc / calloc allocations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pointer can refer to either region.</a:t>
            </a:r>
          </a:p>
        </p:txBody>
      </p:sp>
      <p:sp>
        <p:nvSpPr>
          <p:cNvPr id="534" name="Takeaway">
            <a:extLst xmlns:a="http://schemas.openxmlformats.org/drawingml/2006/main">
              <a:ext uri="{FF2B5EF4-FFF2-40B4-BE49-F238E27FC236}">
                <a16:creationId xmlns:a16="http://schemas.microsoft.com/office/drawing/2014/main" id="{DA833D5B-D4E5-40BA-9784-E5FCE666396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local variable may be optimized into a register; the stack is the usual teaching model.</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returning a pointer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caller wants to use the returned array after make_scores finishes.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is wrong with this function?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Would returning a pointer to a successful malloc allocation have the same lifetime problem?</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*make_scores(void)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scores[3] = {8, 11, 14};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scores;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*p = make_scores();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Can we safely read p[0]?</a:t>
            </a:r>
          </a:p>
        </p:txBody>
      </p:sp>
      <p:sp>
        <p:nvSpPr>
          <p:cNvPr id="534" name="Takeaway">
            <a:extLst xmlns:a="http://schemas.openxmlformats.org/drawingml/2006/main">
              <a:ext uri="{FF2B5EF4-FFF2-40B4-BE49-F238E27FC236}">
                <a16:creationId xmlns:a16="http://schemas.microsoft.com/office/drawing/2014/main" id="{02C498B6-842B-40BA-8AA0-35EFF874074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Ask when the object stops existing, not whether the old bytes might still be visible.</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Dynamic allocation and ownership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malloc reserves bytes without initializing their values. calloc reserves space and zeroes its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Check for NULL before using the allocation.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allocation survives function return. Someone must eventually free it exactly once.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#include &lt;stdlib.h&gt;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*p = calloc(6, sizeof *p);</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if (p == NULL)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 Handle allocation failure.</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else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p[0] = 12;</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free(p);</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p = NULL;</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68E20030-1846-4ED5-B9C0-B90690864AF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Allocation uses a software allocator backed by OS memory services; it is not a special CPU allocation instruction.</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pointer or allocation?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Assume the iLab x86-64 model: pointers are 8 bytes and doubles are 8 bytes. Allocation succeeds.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Find sizeof p, sizeof *p, and the requested allocation size.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Does free(p) remove the local variable p?</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double *p = calloc(6, sizeof *p);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sizeof p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sizeof *p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allocated bytes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free(p);</a:t>
            </a:r>
          </a:p>
        </p:txBody>
      </p:sp>
      <p:sp>
        <p:nvSpPr>
          <p:cNvPr id="534" name="Takeaway">
            <a:extLst xmlns:a="http://schemas.openxmlformats.org/drawingml/2006/main">
              <a:ext uri="{FF2B5EF4-FFF2-40B4-BE49-F238E27FC236}">
                <a16:creationId xmlns:a16="http://schemas.microsoft.com/office/drawing/2014/main" id="{5DA747E1-1BE7-4BC2-9547-9A3DA7C8482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pointer object and the block it points to are separate objects.</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Structs, unions, and bit fields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A struct gives its members distinct storage, with padding where needed.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Union members overlap the same storage. Writing one changes the bytes seen through the others.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Bit fields specify member widths in bits; their layout depends on the implementation.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struct Pair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int count;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float ratio;</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View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Example bit-field declaration:</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unsigned int fraction : 23;</a:t>
            </a:r>
          </a:p>
        </p:txBody>
      </p:sp>
      <p:sp>
        <p:nvSpPr>
          <p:cNvPr id="534" name="Takeaway">
            <a:extLst xmlns:a="http://schemas.openxmlformats.org/drawingml/2006/main">
              <a:ext uri="{FF2B5EF4-FFF2-40B4-BE49-F238E27FC236}">
                <a16:creationId xmlns:a16="http://schemas.microsoft.com/office/drawing/2014/main" id="{AB2EC032-742F-4FF6-BA79-A483D3CB49F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object.member for an object and pointer-&gt;member through a pointer.</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alignment and padding</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Assume char has size/alignment 1 and int has size/alignment 4. Use ordinary x86-64 layout with no packing.</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Where does each struct member begin? What is sizeof(struct Record)?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changes if struct becomes union?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struct Record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tag;</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int count;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ready;</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Byte offset: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tag   =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count =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ready = ?</a:t>
            </a:r>
          </a:p>
        </p:txBody>
      </p:sp>
      <p:sp>
        <p:nvSpPr>
          <p:cNvPr id="534" name="Takeaway">
            <a:extLst xmlns:a="http://schemas.openxmlformats.org/drawingml/2006/main">
              <a:ext uri="{FF2B5EF4-FFF2-40B4-BE49-F238E27FC236}">
                <a16:creationId xmlns:a16="http://schemas.microsoft.com/office/drawing/2014/main" id="{7477D5A0-C27B-4A09-8565-AE4BE857AA0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Alignment constrains starting addresses. Padding can appear between members and at the end.</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Floating-point fields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Separate the sign, stored exponent, and fraction before calculating.</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normalized FP32 value, subtract bias 127 and restore the implied leading 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Fraction positions have weights 1/2, 1/4, 1/8, and so 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FP32: 1 sign | 8 exponent | 23 fraction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Normalized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(-1)^s × 2^(E - 127) × (1 + F/2^23)</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stored exponent as an integer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 = fraction bits as an integer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1.101₂ = 1 + 1/2 + 1/8</a:t>
            </a:r>
          </a:p>
        </p:txBody>
      </p:sp>
      <p:sp>
        <p:nvSpPr>
          <p:cNvPr id="534" name="Takeaway">
            <a:extLst xmlns:a="http://schemas.openxmlformats.org/drawingml/2006/main">
              <a:ext uri="{FF2B5EF4-FFF2-40B4-BE49-F238E27FC236}">
                <a16:creationId xmlns:a16="http://schemas.microsoft.com/office/drawing/2014/main" id="{715619E1-0271-46A4-A0B6-E88BF43EEA7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normal formula applies for stored exponents 1–254. Zero and 255 are special cases.</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decode an FP32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sign bit is 1. The stored exponent is 129.</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fraction starts with 0101; all remaining fraction bits are zero.</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decimal value is represented? Write the sign, exponent, and significand separately.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10000001₂ = 129</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0101000...000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Actual exponent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a:t>
            </a:r>
          </a:p>
        </p:txBody>
      </p:sp>
      <p:sp>
        <p:nvSpPr>
          <p:cNvPr id="534" name="Takeaway">
            <a:extLst xmlns:a="http://schemas.openxmlformats.org/drawingml/2006/main">
              <a:ext uri="{FF2B5EF4-FFF2-40B4-BE49-F238E27FC236}">
                <a16:creationId xmlns:a16="http://schemas.microsoft.com/office/drawing/2014/main" id="{032C0083-D447-4B58-A063-E59717330DE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leading 1 belongs before the binary point; the stored fraction goes after it.</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build the float bits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bits begins as zero. The shifts place values into the FP32 exponent and fraction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Interpret the resulting 32 bits as an FP32 value. What is the decimal value?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This changes a bit pattern; it is not an integer-to-float cast.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uint32_t bits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bits |= (126u &lt;&lt;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bits |= (1u &lt;&lt; 22);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bits |= (1u &lt;&lt; 20);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bit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exponent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weights = ?</a:t>
            </a:r>
          </a:p>
        </p:txBody>
      </p:sp>
      <p:sp>
        <p:nvSpPr>
          <p:cNvPr id="534" name="Takeaway">
            <a:extLst xmlns:a="http://schemas.openxmlformats.org/drawingml/2006/main">
              <a:ext uri="{FF2B5EF4-FFF2-40B4-BE49-F238E27FC236}">
                <a16:creationId xmlns:a16="http://schemas.microsoft.com/office/drawing/2014/main" id="{AEAEA662-56BE-4933-B402-338E393AF37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Fraction bit 22 has weight 1/2; bit 21 has weight 1/4; bit 20 has weight 1/8.</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Extra practice: encode −6.5</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Work in the opposite direction: start with a decimal value and find its FP32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Convert the magnitude to binary, normalize it, then apply the bias.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are the sign bit, stored exponent, and fraction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6.5₁₀ = ?₂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Normalize: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1._____₂ ×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exponent = ? + 127</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 ? (then zero-fill)</a:t>
            </a:r>
          </a:p>
        </p:txBody>
      </p:sp>
      <p:sp>
        <p:nvSpPr>
          <p:cNvPr id="534" name="Takeaway">
            <a:extLst xmlns:a="http://schemas.openxmlformats.org/drawingml/2006/main">
              <a:ext uri="{FF2B5EF4-FFF2-40B4-BE49-F238E27FC236}">
                <a16:creationId xmlns:a16="http://schemas.microsoft.com/office/drawing/2014/main" id="{E8C8B9A6-9A97-4EFC-9157-5E7B65239F6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Normalization moves the binary point. It does not discard the fractional part.</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Zero, subnormals, infinity, and NaN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Check the exponent field before using a formula.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zero exponent has no implied leading 1. Its scale uses 1 − bias.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all-ones exponent represents infinity or NaN, depending on the fraction.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    Fraction F    Meaning</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           0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           nonzero       subnormal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1–254       any           normal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255         0             ±infinity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255         nonzero       NaN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Subnormal magnitude: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2^(1 - 127) × F/2^23</a:t>
            </a:r>
          </a:p>
        </p:txBody>
      </p:sp>
      <p:sp>
        <p:nvSpPr>
          <p:cNvPr id="534" name="Takeaway">
            <a:extLst xmlns:a="http://schemas.openxmlformats.org/drawingml/2006/main">
              <a:ext uri="{FF2B5EF4-FFF2-40B4-BE49-F238E27FC236}">
                <a16:creationId xmlns:a16="http://schemas.microsoft.com/office/drawing/2014/main" id="{012F7FD1-B715-4B7F-994F-C339EE2677A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stored exponent of zero does not mean the whole number must be zero.</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Floating-point register families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x87 has eight 80-bit registers organized as a register stack. This is separate from the function-call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XMM registers are 128 bits wide. Scalar float instructions use one value within that register.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YMM registers are 256 bits wide; their low 128 bits overlap XMM.</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x87:  ST(0) ... ST(7)   80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MMX:  mm0 ... mm7       64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packed integers; aliases x87</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XMM:  xmm0 ... xmm15   128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YMM:  ymm0 ... ymm15   256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movss / addss: scalar FP32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movsd / addsd: scalar FP64</a:t>
            </a:r>
          </a:p>
        </p:txBody>
      </p:sp>
      <p:sp>
        <p:nvSpPr>
          <p:cNvPr id="534" name="Takeaway">
            <a:extLst xmlns:a="http://schemas.openxmlformats.org/drawingml/2006/main">
              <a:ext uri="{FF2B5EF4-FFF2-40B4-BE49-F238E27FC236}">
                <a16:creationId xmlns:a16="http://schemas.microsoft.com/office/drawing/2014/main" id="{69C5629F-9CEC-4E04-A62F-A90FAB49194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register width is not the size of every value it holds. Names here use the baseline x86-64 model.</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scalar float instructions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Initially, the low float in %xmm0 is 2.5 and the low float in %xmm1 is 4.0.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is in %xmm0 after each instruction?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Why convert to double before passing a float to printf?</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AT&amp;T: source, destination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mulss %xmm1, %xmm0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addss %xmm1, %xmm0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cvtss2sd %xmm0, %xmm0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ss = scalar single precision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sd = scalar double precision</a:t>
            </a:r>
          </a:p>
        </p:txBody>
      </p:sp>
      <p:sp>
        <p:nvSpPr>
          <p:cNvPr id="534" name="Takeaway">
            <a:extLst xmlns:a="http://schemas.openxmlformats.org/drawingml/2006/main">
              <a:ext uri="{FF2B5EF4-FFF2-40B4-BE49-F238E27FC236}">
                <a16:creationId xmlns:a16="http://schemas.microsoft.com/office/drawing/2014/main" id="{712A850F-E2D7-4EA8-AD7E-970A047A6A3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 these operations, %xmm0 is the destination; %xmm1 stays unchanged.</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exhausting the stack</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Active calls keep their frames until they return. Deep recursion or large local arrays can exhaust the available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Assume each active frame needs 2 KiB and only 64 KiB is available. Ignore all other overhead.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Can 40 active calls fit?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grows toward lower addresses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on the course's x86-64 model.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40 frames × 2 KiB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Budget = 64 KiB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KiB = 1024 bytes</a:t>
            </a:r>
          </a:p>
        </p:txBody>
      </p:sp>
      <p:sp>
        <p:nvSpPr>
          <p:cNvPr id="534" name="Takeaway">
            <a:extLst xmlns:a="http://schemas.openxmlformats.org/drawingml/2006/main">
              <a:ext uri="{FF2B5EF4-FFF2-40B4-BE49-F238E27FC236}">
                <a16:creationId xmlns:a16="http://schemas.microsoft.com/office/drawing/2014/main" id="{B53D8CB3-427F-46CD-ADBD-59287A96FF2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Stack exhaustion is different from writing past the end of a stack buffer.</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writing past a buffer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How many bytes fit in name, including the terminating null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Identify the invalid write.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Could it affect nearby stack data? Is a crash guaranteed?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void label(void)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char name[4];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name[0] = 'C';</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name[1] = 'S';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name[2]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name[3] =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name[4]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FB79E5B0-37D0-4DEB-A781-A77B02ECCAB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invalid write is undefined behavior even when the program appears to run normally.</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protections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Match each mechanism to its purpose.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Which detects some stack corruption? Which makes addresses less predictable? Which prevents executing instructions from data pages?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 any of these make an out-of-bounds C write valid?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Stack canary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 Address-space randomization (ASLR)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 Non-executable data pages (NX)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Start by fixing the bounds error.</a:t>
            </a:r>
          </a:p>
        </p:txBody>
      </p:sp>
      <p:sp>
        <p:nvSpPr>
          <p:cNvPr id="534" name="Takeaway">
            <a:extLst xmlns:a="http://schemas.openxmlformats.org/drawingml/2006/main">
              <a:ext uri="{FF2B5EF4-FFF2-40B4-BE49-F238E27FC236}">
                <a16:creationId xmlns:a16="http://schemas.microsoft.com/office/drawing/2014/main" id="{B215726E-FBDF-40CA-A84F-BA69C39E1E5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Canaries, ASLR, and NX reduce risk. Correct bounds and lifetime handling are still required.</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2026-10-16T05:57:32.3170000Z</dcterms:created>
  <dcterms:modified xsi:type="dcterms:W3CDTF">2026-10-16T05:57:32.3170000Z</dcterms:modified>
</coreProperties>
</file>