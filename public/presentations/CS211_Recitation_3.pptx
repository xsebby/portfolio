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669ca714b24b9a" /><Relationship Type="http://schemas.openxmlformats.org/officeDocument/2006/relationships/extended-properties" Target="/docProps/app.xml" Id="R232a4ab282314736" /><Relationship Type="http://schemas.openxmlformats.org/officeDocument/2006/relationships/officeDocument" Target="/ppt/presentation.xml" Id="R073af7a681f349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2f33b44a174a2d"/>
  </p:sldMasterIdLst>
  <p:notesMasterIdLst>
    <p:notesMasterId xmlns:r="http://schemas.openxmlformats.org/officeDocument/2006/relationships" r:id="R23ee4fb6f9d7420c"/>
  </p:notesMasterIdLst>
  <p:sldIdLst>
    <p:sldId xmlns:r="http://schemas.openxmlformats.org/officeDocument/2006/relationships" id="256" r:id="Rc925909d4bd24d77"/>
    <p:sldId xmlns:r="http://schemas.openxmlformats.org/officeDocument/2006/relationships" id="257" r:id="R83716b7304694782"/>
    <p:sldId xmlns:r="http://schemas.openxmlformats.org/officeDocument/2006/relationships" id="258" r:id="Rdc59bfaf27ce47ad"/>
    <p:sldId xmlns:r="http://schemas.openxmlformats.org/officeDocument/2006/relationships" id="259" r:id="R327f49a60d3e4b70"/>
    <p:sldId xmlns:r="http://schemas.openxmlformats.org/officeDocument/2006/relationships" id="260" r:id="R8c9e3c5ae5cd43b6"/>
    <p:sldId xmlns:r="http://schemas.openxmlformats.org/officeDocument/2006/relationships" id="261" r:id="Rfc10cd339b2b4117"/>
    <p:sldId xmlns:r="http://schemas.openxmlformats.org/officeDocument/2006/relationships" id="262" r:id="R37fb21a5f7e94003"/>
    <p:sldId xmlns:r="http://schemas.openxmlformats.org/officeDocument/2006/relationships" id="263" r:id="Rb9f6b4a2f87342e6"/>
    <p:sldId xmlns:r="http://schemas.openxmlformats.org/officeDocument/2006/relationships" id="264" r:id="R32637df9156748be"/>
    <p:sldId xmlns:r="http://schemas.openxmlformats.org/officeDocument/2006/relationships" id="265" r:id="R110c171ae6d049fc"/>
    <p:sldId xmlns:r="http://schemas.openxmlformats.org/officeDocument/2006/relationships" id="266" r:id="R2c54b7c70f224c2c"/>
    <p:sldId xmlns:r="http://schemas.openxmlformats.org/officeDocument/2006/relationships" id="267" r:id="R99d219c71d0840c6"/>
    <p:sldId xmlns:r="http://schemas.openxmlformats.org/officeDocument/2006/relationships" id="268" r:id="R0e47123f9c624f5d"/>
    <p:sldId xmlns:r="http://schemas.openxmlformats.org/officeDocument/2006/relationships" id="269" r:id="Rb3a79bb873f74e14"/>
    <p:sldId xmlns:r="http://schemas.openxmlformats.org/officeDocument/2006/relationships" id="270" r:id="Raccac7e14e344669"/>
    <p:sldId xmlns:r="http://schemas.openxmlformats.org/officeDocument/2006/relationships" id="271" r:id="R9c8a6a4e380a4203"/>
    <p:sldId xmlns:r="http://schemas.openxmlformats.org/officeDocument/2006/relationships" id="272" r:id="R9fb6fd7fcf004876"/>
    <p:sldId xmlns:r="http://schemas.openxmlformats.org/officeDocument/2006/relationships" id="273" r:id="R6cd5eb2d972043cc"/>
    <p:sldId xmlns:r="http://schemas.openxmlformats.org/officeDocument/2006/relationships" id="274" r:id="Rae315eb2f5f941c3"/>
    <p:sldId xmlns:r="http://schemas.openxmlformats.org/officeDocument/2006/relationships" id="275" r:id="R6a643f80532d493c"/>
    <p:sldId xmlns:r="http://schemas.openxmlformats.org/officeDocument/2006/relationships" id="276" r:id="R87c3276036b245eb"/>
    <p:sldId xmlns:r="http://schemas.openxmlformats.org/officeDocument/2006/relationships" id="277" r:id="R6d1998c2d8d94468"/>
    <p:sldId xmlns:r="http://schemas.openxmlformats.org/officeDocument/2006/relationships" id="278" r:id="R9a0ddd405a9b4f0f"/>
    <p:sldId xmlns:r="http://schemas.openxmlformats.org/officeDocument/2006/relationships" id="279" r:id="Rd4abcb9920384dae"/>
    <p:sldId xmlns:r="http://schemas.openxmlformats.org/officeDocument/2006/relationships" id="280" r:id="Rb73fea381df64910"/>
    <p:sldId xmlns:r="http://schemas.openxmlformats.org/officeDocument/2006/relationships" id="281" r:id="R74bf3faafc694e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2f2f1cff5b4230" /><Relationship Type="http://schemas.openxmlformats.org/officeDocument/2006/relationships/slideMaster" Target="/ppt/slideMasters/slideMaster1.xml" Id="R532f33b44a174a2d" /><Relationship Type="http://schemas.openxmlformats.org/officeDocument/2006/relationships/notesMaster" Target="/ppt/notesMasters/notesMaster1.xml" Id="R23ee4fb6f9d7420c" /><Relationship Type="http://schemas.openxmlformats.org/officeDocument/2006/relationships/presProps" Target="/ppt/presProps.xml" Id="Rf2120dff4d434f48" /><Relationship Type="http://schemas.openxmlformats.org/officeDocument/2006/relationships/tableStyles" Target="/ppt/tableStyles.xml" Id="Rd4e1489b5464406d" /><Relationship Type="http://schemas.openxmlformats.org/officeDocument/2006/relationships/slide" Target="/ppt/slides/slide1.xml" Id="Rc925909d4bd24d77" /><Relationship Type="http://schemas.openxmlformats.org/officeDocument/2006/relationships/slide" Target="/ppt/slides/slide2.xml" Id="R83716b7304694782" /><Relationship Type="http://schemas.openxmlformats.org/officeDocument/2006/relationships/slide" Target="/ppt/slides/slide3.xml" Id="Rdc59bfaf27ce47ad" /><Relationship Type="http://schemas.openxmlformats.org/officeDocument/2006/relationships/slide" Target="/ppt/slides/slide4.xml" Id="R327f49a60d3e4b70" /><Relationship Type="http://schemas.openxmlformats.org/officeDocument/2006/relationships/slide" Target="/ppt/slides/slide5.xml" Id="R8c9e3c5ae5cd43b6" /><Relationship Type="http://schemas.openxmlformats.org/officeDocument/2006/relationships/slide" Target="/ppt/slides/slide6.xml" Id="Rfc10cd339b2b4117" /><Relationship Type="http://schemas.openxmlformats.org/officeDocument/2006/relationships/slide" Target="/ppt/slides/slide7.xml" Id="R37fb21a5f7e94003" /><Relationship Type="http://schemas.openxmlformats.org/officeDocument/2006/relationships/slide" Target="/ppt/slides/slide8.xml" Id="Rb9f6b4a2f87342e6" /><Relationship Type="http://schemas.openxmlformats.org/officeDocument/2006/relationships/slide" Target="/ppt/slides/slide9.xml" Id="R32637df9156748be" /><Relationship Type="http://schemas.openxmlformats.org/officeDocument/2006/relationships/slide" Target="/ppt/slides/slide10.xml" Id="R110c171ae6d049fc" /><Relationship Type="http://schemas.openxmlformats.org/officeDocument/2006/relationships/slide" Target="/ppt/slides/slide11.xml" Id="R2c54b7c70f224c2c" /><Relationship Type="http://schemas.openxmlformats.org/officeDocument/2006/relationships/slide" Target="/ppt/slides/slide12.xml" Id="R99d219c71d0840c6" /><Relationship Type="http://schemas.openxmlformats.org/officeDocument/2006/relationships/slide" Target="/ppt/slides/slide13.xml" Id="R0e47123f9c624f5d" /><Relationship Type="http://schemas.openxmlformats.org/officeDocument/2006/relationships/slide" Target="/ppt/slides/slide14.xml" Id="Rb3a79bb873f74e14" /><Relationship Type="http://schemas.openxmlformats.org/officeDocument/2006/relationships/slide" Target="/ppt/slides/slide15.xml" Id="Raccac7e14e344669" /><Relationship Type="http://schemas.openxmlformats.org/officeDocument/2006/relationships/slide" Target="/ppt/slides/slide16.xml" Id="R9c8a6a4e380a4203" /><Relationship Type="http://schemas.openxmlformats.org/officeDocument/2006/relationships/slide" Target="/ppt/slides/slide17.xml" Id="R9fb6fd7fcf004876" /><Relationship Type="http://schemas.openxmlformats.org/officeDocument/2006/relationships/slide" Target="/ppt/slides/slide18.xml" Id="R6cd5eb2d972043cc" /><Relationship Type="http://schemas.openxmlformats.org/officeDocument/2006/relationships/slide" Target="/ppt/slides/slide19.xml" Id="Rae315eb2f5f941c3" /><Relationship Type="http://schemas.openxmlformats.org/officeDocument/2006/relationships/slide" Target="/ppt/slides/slide20.xml" Id="R6a643f80532d493c" /><Relationship Type="http://schemas.openxmlformats.org/officeDocument/2006/relationships/slide" Target="/ppt/slides/slide21.xml" Id="R87c3276036b245eb" /><Relationship Type="http://schemas.openxmlformats.org/officeDocument/2006/relationships/slide" Target="/ppt/slides/slide22.xml" Id="R6d1998c2d8d94468" /><Relationship Type="http://schemas.openxmlformats.org/officeDocument/2006/relationships/slide" Target="/ppt/slides/slide23.xml" Id="R9a0ddd405a9b4f0f" /><Relationship Type="http://schemas.openxmlformats.org/officeDocument/2006/relationships/slide" Target="/ppt/slides/slide24.xml" Id="Rd4abcb9920384dae" /><Relationship Type="http://schemas.openxmlformats.org/officeDocument/2006/relationships/slide" Target="/ppt/slides/slide25.xml" Id="Rb73fea381df64910" /><Relationship Type="http://schemas.openxmlformats.org/officeDocument/2006/relationships/slide" Target="/ppt/slides/slide26.xml" Id="R74bf3faafc694e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b25007d6e14c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d89171f75b4140" /><Relationship Type="http://schemas.openxmlformats.org/officeDocument/2006/relationships/notesMaster" Target="/ppt/notesMasters/notesMaster1.xml" Id="R3810d92b94ae45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3aee5d8c974b70" /><Relationship Type="http://schemas.openxmlformats.org/officeDocument/2006/relationships/notesMaster" Target="/ppt/notesMasters/notesMaster1.xml" Id="Rf6ef3e88c4d343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13502c3e264d1b" /><Relationship Type="http://schemas.openxmlformats.org/officeDocument/2006/relationships/notesMaster" Target="/ppt/notesMasters/notesMaster1.xml" Id="R67ed0923bee34a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2ea258883b4048" /><Relationship Type="http://schemas.openxmlformats.org/officeDocument/2006/relationships/notesMaster" Target="/ppt/notesMasters/notesMaster1.xml" Id="R0280501f34b94f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852d0da5d140c8" /><Relationship Type="http://schemas.openxmlformats.org/officeDocument/2006/relationships/notesMaster" Target="/ppt/notesMasters/notesMaster1.xml" Id="R937d4a98c77842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ab78a6027c4442" /><Relationship Type="http://schemas.openxmlformats.org/officeDocument/2006/relationships/notesMaster" Target="/ppt/notesMasters/notesMaster1.xml" Id="R67e3fd2dc68849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cd2634b0c94571" /><Relationship Type="http://schemas.openxmlformats.org/officeDocument/2006/relationships/notesMaster" Target="/ppt/notesMasters/notesMaster1.xml" Id="R812d54187de849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47cbb4414949c1" /><Relationship Type="http://schemas.openxmlformats.org/officeDocument/2006/relationships/notesMaster" Target="/ppt/notesMasters/notesMaster1.xml" Id="Re451a2addbf947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05a03b1ec54db4" /><Relationship Type="http://schemas.openxmlformats.org/officeDocument/2006/relationships/notesMaster" Target="/ppt/notesMasters/notesMaster1.xml" Id="Rd734299a0f5b41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750a1d239f48a8" /><Relationship Type="http://schemas.openxmlformats.org/officeDocument/2006/relationships/notesMaster" Target="/ppt/notesMasters/notesMaster1.xml" Id="R6194714b745044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a6cd28ca554736" /><Relationship Type="http://schemas.openxmlformats.org/officeDocument/2006/relationships/notesMaster" Target="/ppt/notesMasters/notesMaster1.xml" Id="R16708b340a3c4c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2b9540d4b34d2e" /><Relationship Type="http://schemas.openxmlformats.org/officeDocument/2006/relationships/notesMaster" Target="/ppt/notesMasters/notesMaster1.xml" Id="Rcab23972d05248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30d097bf7d4192" /><Relationship Type="http://schemas.openxmlformats.org/officeDocument/2006/relationships/notesMaster" Target="/ppt/notesMasters/notesMaster1.xml" Id="Rbd496797606c47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940c19261748c5" /><Relationship Type="http://schemas.openxmlformats.org/officeDocument/2006/relationships/notesMaster" Target="/ppt/notesMasters/notesMaster1.xml" Id="Rdc9463ab5fe841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05a7221e354bd9" /><Relationship Type="http://schemas.openxmlformats.org/officeDocument/2006/relationships/notesMaster" Target="/ppt/notesMasters/notesMaster1.xml" Id="R45749be52ca14a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b747940d1948c5" /><Relationship Type="http://schemas.openxmlformats.org/officeDocument/2006/relationships/notesMaster" Target="/ppt/notesMasters/notesMaster1.xml" Id="Rcf9a0102f06f44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9ffc3a3ab445b0" /><Relationship Type="http://schemas.openxmlformats.org/officeDocument/2006/relationships/notesMaster" Target="/ppt/notesMasters/notesMaster1.xml" Id="R4a1bba1b1150483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cba84ffcf5429b" /><Relationship Type="http://schemas.openxmlformats.org/officeDocument/2006/relationships/notesMaster" Target="/ppt/notesMasters/notesMaster1.xml" Id="Raa7706978bba463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5609c3706942b4" /><Relationship Type="http://schemas.openxmlformats.org/officeDocument/2006/relationships/notesMaster" Target="/ppt/notesMasters/notesMaster1.xml" Id="Re1d538dc2675405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d688de96354f2c" /><Relationship Type="http://schemas.openxmlformats.org/officeDocument/2006/relationships/notesMaster" Target="/ppt/notesMasters/notesMaster1.xml" Id="R79e35adbd8c04f3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1e1deb957746b2" /><Relationship Type="http://schemas.openxmlformats.org/officeDocument/2006/relationships/notesMaster" Target="/ppt/notesMasters/notesMaster1.xml" Id="Ra23522bd7c2043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7477f197efe4e50" /><Relationship Type="http://schemas.openxmlformats.org/officeDocument/2006/relationships/notesMaster" Target="/ppt/notesMasters/notesMaster1.xml" Id="Rbcd9aac5113c46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29931e255124752" /><Relationship Type="http://schemas.openxmlformats.org/officeDocument/2006/relationships/notesMaster" Target="/ppt/notesMasters/notesMaster1.xml" Id="R74808bda5ef64cc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223fc20632d4ae6" /><Relationship Type="http://schemas.openxmlformats.org/officeDocument/2006/relationships/notesMaster" Target="/ppt/notesMasters/notesMaster1.xml" Id="Rbea867e67b68460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50f637d75cf45bd" /><Relationship Type="http://schemas.openxmlformats.org/officeDocument/2006/relationships/notesMaster" Target="/ppt/notesMasters/notesMaster1.xml" Id="R69ac5b4aee3e47f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9d0840b00fa4b60" /><Relationship Type="http://schemas.openxmlformats.org/officeDocument/2006/relationships/notesMaster" Target="/ppt/notesMasters/notesMaster1.xml" Id="Rad643606ab0f41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50-minute pacing: floating point walkthrough and practice 20 min; assembly operands and tracing 16 min; branches, stack, and arrays 14 min. This teaches the concepts behind the professor's planned assignment without displaying its unreleased prompt or solution. Sources: lectures 6–8 and the professor's description supplied by the 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planned assignment accepts exponent-bit count, bias, significand-bit count, numerator, and denominator. Do not present this as the released homework. Explain that these are stored fields, not decimal digits. Here F means the integer represented by the three fraction bits. Lecture 6 reviews normal and subnormal equations.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1, 1/2, 1/4, 1/8. 1.010 binary is exactly 1.25. The trailing zero pads the practice format; it does not change the value. The examples are constructed for teaching, not copied from the unreleased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fields have E from 1 through 6 in this toy format. The all-ones exponent is reserved for infinities/NaNs in IEEE-style formats. We are using the lecture's normal/subnormal equations and a toy format with bias 3. Avoid saying the bias always equals 2^(k−1)−1; the planned exercise supplies it explicitly.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through this slowly on the board. Ask which part of 1.010 is stored: 010. The lecture equation is (−1)^S × 2^(E−bias) × (1+F/2^sig_bits). For E=3, bias=3, F=2, sig_bits=3 the result is exactly 1.25.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likely stumbling block: subnormals use exponent 1−bias, not 0−bias, and no hidden leading 1. For this format, F=0 gives zero, F=1 is 1/32, F=7 is 7/32, and the smallest normal is 1/4. Source: lecture 6 equations.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this with the normal 5/4 example. Students may try to store a negative exponent in E or include the hidden 1. Return to the formula to resolve both confusions.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two minutes. Both examples are exactly representable, so no rounding rule is needed. Ask students to check results by substituting E and F into the appropriate formula.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reveal until students have tried both. Emphasize that E=0 is a category marker here, not the unbiased exponent. E=3 represents true exponent zero because bias is three.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future homework description does not specify rounding, so do not teach truncation or nearest as a required rule. Here E=1 for both nearby normals. 5/16=0.3125, 11/32=0.34375, and 1/3≈0.3333. This replaces the earlier abstract associativity slide with a representation example directly tied to the professor's stated learning goal.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point to the value that changes. Contrast Intel syntax only if a student asks: its operand order is reversed. Source: lectures 6 and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an analogy: a register holds a street address; parentheses mean visit that street address. The example assumes x is an eight-byte value so movq is appropriate. Distinguish $8 (the number eight) from 8(%rax) (memory eight bytes past the address in rax).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before showing the answer. Have students narrate the two changes aloud. Source operands are read; the destination receives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confusion: students may think 'move' transfers and clears rbx. Emphasize that it copies. Then ask what subq $2, %rax would do: rax becomes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7 discusses register aliases and movl. Be precise: writing a 32-bit register zeroes the upper 32 bits; a movl from %eax into memory does not clear the upper half of %rax. Do not generalize this rule to 8- or 16-bit writes.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Assume sizeof(int)==4 for this example; the C standard does not require int to be 4 bytes on every platform. Draw boxes at addresses base, base+4, base+8, base+12. Source: lectures 6–8.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Ask: which instruction could compute &amp;a[2], and which could load a[2]? Clarify that movq reads eight bytes here; the made-up memory value 42 is an eight-byte value for this trace. Source: lecture 8 sieve assembly and lecture 7 RIP-relative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AT&amp;T cmpq $1, %rdi, flags describe rdi minus 1. ja is true for unsigned rdi &gt; 1. This matches lecture 7's unsigned sequence example. Distinguish signed jg from unsigned ja when asked. In a real compiled function there may be setup/cleanup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partners time to trace. Ask one student why n=1 does not jump. The next slide moves to calls and stack frames.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clear this is an ABI convention, not an inherent meaning of the registers. The call instruction also saves a return address. Source: lectures 6 and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https://firner.com/presentations/cs211/2026-Fall/cs211_07/#/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8 gives this prologue and epilogue. Correct mental model: pushq decrements rsp by 8 then writes; popq reads then increments rsp by 8. call pushes the return address, ret pops it. Optimized code may omit rbp or use different frame layouts.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down by eight bytes for pushq, then by sixteen for local space. The address notation here is conceptual, not a literal disassembly. The return address was pushed by call before the stated starting 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8 covers known-size arrays, VLAs, and array parameters. Avoid claiming sizeof(pointer) always equals 8: that is platform dependent. A parameter written int a[10] is also adjusted to a pointer; the 10 does not enforce array length for a function argument.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 8. The exact maximum safe VLA size depends on available stack space. C language support for VLAs depends on the chosen C version and compiler; use course tooling for live examples. A local array's storage duration, rather than whether its bytes are immediately overwritten, determines pointer validity.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Expected: rdx = 0x2008 and eax = 30. The address is base + 2*4. Have students explain why leaq does not put 30 in rdx.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pointing students to lectures 6–8 for the larger examples. Suggest compiling a very small C function with gcc -O0 -S and finding its arguments, arithmetic, and return value; compiler output may vary.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https://firner.com/presentations/cs211/2026-Fall/cs211_08/#/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f68b89cdc42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de338c871045f0" /><Relationship Type="http://schemas.openxmlformats.org/officeDocument/2006/relationships/slideLayout" Target="/ppt/slideLayouts/slideLayout1.xml" Id="R943b2fc9b43f4e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3b2fc9b43f4e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f58bca38e4191" /><Relationship Type="http://schemas.openxmlformats.org/officeDocument/2006/relationships/notesSlide" Target="/ppt/notesSlides/notesSlide1.xml" Id="Rbccc8943c1f645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1b4651e2a4d19" /><Relationship Type="http://schemas.openxmlformats.org/officeDocument/2006/relationships/notesSlide" Target="/ppt/notesSlides/notesSlide2.xml" Id="R394bcf92368744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aca3d1eb34cbb" /><Relationship Type="http://schemas.openxmlformats.org/officeDocument/2006/relationships/notesSlide" Target="/ppt/notesSlides/notesSlide3.xml" Id="Rddc1dc671a1e40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bdfe3fcb943d3" /><Relationship Type="http://schemas.openxmlformats.org/officeDocument/2006/relationships/notesSlide" Target="/ppt/notesSlides/notesSlide4.xml" Id="R36ae863048b24b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e1ec2aa3341e9" /><Relationship Type="http://schemas.openxmlformats.org/officeDocument/2006/relationships/notesSlide" Target="/ppt/notesSlides/notesSlide5.xml" Id="R7918046b122742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8f01d3e0940d2" /><Relationship Type="http://schemas.openxmlformats.org/officeDocument/2006/relationships/notesSlide" Target="/ppt/notesSlides/notesSlide6.xml" Id="Rbf0263ba98dd40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7859550514529" /><Relationship Type="http://schemas.openxmlformats.org/officeDocument/2006/relationships/notesSlide" Target="/ppt/notesSlides/notesSlide7.xml" Id="Re6307c08630348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983d14c984c13" /><Relationship Type="http://schemas.openxmlformats.org/officeDocument/2006/relationships/notesSlide" Target="/ppt/notesSlides/notesSlide8.xml" Id="R9f82dc4223e448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1d0a789f3450f" /><Relationship Type="http://schemas.openxmlformats.org/officeDocument/2006/relationships/notesSlide" Target="/ppt/notesSlides/notesSlide9.xml" Id="Rff527775c5764c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9cf9dcc29468b" /><Relationship Type="http://schemas.openxmlformats.org/officeDocument/2006/relationships/notesSlide" Target="/ppt/notesSlides/notesSlide10.xml" Id="Rbb08df750a7247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39aa594bb4bc8" /><Relationship Type="http://schemas.openxmlformats.org/officeDocument/2006/relationships/notesSlide" Target="/ppt/notesSlides/notesSlide11.xml" Id="R21bfee9afe3c48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e55d6e98e4d4d" /><Relationship Type="http://schemas.openxmlformats.org/officeDocument/2006/relationships/notesSlide" Target="/ppt/notesSlides/notesSlide12.xml" Id="R024f32767b744f8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5f5f37bcb488b" /><Relationship Type="http://schemas.openxmlformats.org/officeDocument/2006/relationships/notesSlide" Target="/ppt/notesSlides/notesSlide13.xml" Id="Rbd2deaf5dd674da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a9f75300d4eb0" /><Relationship Type="http://schemas.openxmlformats.org/officeDocument/2006/relationships/notesSlide" Target="/ppt/notesSlides/notesSlide14.xml" Id="Rbc8aa64bdc4f40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4ee5acc3e47b2" /><Relationship Type="http://schemas.openxmlformats.org/officeDocument/2006/relationships/notesSlide" Target="/ppt/notesSlides/notesSlide15.xml" Id="R81f78ae12bb04a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80fb9dab347f2" /><Relationship Type="http://schemas.openxmlformats.org/officeDocument/2006/relationships/notesSlide" Target="/ppt/notesSlides/notesSlide16.xml" Id="Rf9f7f8879a3d48e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f230a8e434922" /><Relationship Type="http://schemas.openxmlformats.org/officeDocument/2006/relationships/notesSlide" Target="/ppt/notesSlides/notesSlide17.xml" Id="R0d10c562e8d6439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6c176a89d469b" /><Relationship Type="http://schemas.openxmlformats.org/officeDocument/2006/relationships/notesSlide" Target="/ppt/notesSlides/notesSlide18.xml" Id="Rcb493cf95e0643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6de04625f4315" /><Relationship Type="http://schemas.openxmlformats.org/officeDocument/2006/relationships/notesSlide" Target="/ppt/notesSlides/notesSlide19.xml" Id="R8b4027764d1b4d7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37fb3aa8f482a" /><Relationship Type="http://schemas.openxmlformats.org/officeDocument/2006/relationships/notesSlide" Target="/ppt/notesSlides/notesSlide20.xml" Id="Ra8520c550613464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595cf63e148fc" /><Relationship Type="http://schemas.openxmlformats.org/officeDocument/2006/relationships/notesSlide" Target="/ppt/notesSlides/notesSlide21.xml" Id="R0d01da1ad42549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cb7dce0ce47db" /><Relationship Type="http://schemas.openxmlformats.org/officeDocument/2006/relationships/notesSlide" Target="/ppt/notesSlides/notesSlide22.xml" Id="R136c86383c61411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6810ef05e4592" /><Relationship Type="http://schemas.openxmlformats.org/officeDocument/2006/relationships/notesSlide" Target="/ppt/notesSlides/notesSlide23.xml" Id="Re4c789faef7645f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5ba91ff30490d" /><Relationship Type="http://schemas.openxmlformats.org/officeDocument/2006/relationships/notesSlide" Target="/ppt/notesSlides/notesSlide24.xml" Id="R3bba6f428c5d46a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8ce9e0ed949b9" /><Relationship Type="http://schemas.openxmlformats.org/officeDocument/2006/relationships/notesSlide" Target="/ppt/notesSlides/notesSlide25.xml" Id="Rd092b07c2d8f453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c691a7958491e" /><Relationship Type="http://schemas.openxmlformats.org/officeDocument/2006/relationships/notesSlide" Target="/ppt/notesSlides/notesSlide26.xml" Id="R5014d722543746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28F38-3FA8-4CA7-8931-27EA642E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CS 211 · RECITATION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2EC2A-D08A-41AE-9047-4617C0C4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Floating point and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ABDE9-D79B-4317-864D-AC9B1544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Build a number in a small floating point format, then read the assembly and memory ideas from lectures 6–8.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B6088-4220-40F2-AF9A-64AD0E8C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Today’s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Fraction → binary → fields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and subnormal values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Read short x86-64 instructions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Follow the stack and arrays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FBCF7-2FEE-4EAE-819E-D83B0A97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We will use a tiny practice format so every bit has a visible job.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5B7B5-9B4F-48E6-BC95-8960AFF4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01 / 26</a:t>
            </a:r>
          </a:p>
        </p:txBody>
      </p:sp>
    </p:spTree>
    <p:extLst>
      <p:ext uri="{BB962C8B-B14F-4D97-AF65-F5344CB8AC3E}">
        <p14:creationId xmlns:p14="http://schemas.microsoft.com/office/powerpoint/2010/main" val="458665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51566-04AF-43AB-8237-EB8BEC67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F5C18-EE4C-449F-9564-C13B2A19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float has three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35538-8F23-4797-A232-AC43B2F2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sign says positive or negative. The exponent sets the scale. The significand carries the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our nonnegative examples, the sign bit is always 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046C1-725F-49E1-A4C3-B64E4F9D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S  |  EEE  |  FFF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0  |  011  | 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sign bit, 3 exponent bits,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3 stored fraction bits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6C47C-1D75-40F4-9C65-E008B359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Normal values also have a leading 1 that is implied rather than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873E98-D8EE-4990-A4E1-247DD58D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02 / 26</a:t>
            </a:r>
          </a:p>
        </p:txBody>
      </p:sp>
    </p:spTree>
    <p:extLst>
      <p:ext uri="{BB962C8B-B14F-4D97-AF65-F5344CB8AC3E}">
        <p14:creationId xmlns:p14="http://schemas.microsoft.com/office/powerpoint/2010/main" val="12320753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17C83-2C97-4761-B068-713D269F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FIRST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129EE-90C7-453C-AC74-A49AEC1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Write a ratio in binary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0BD62-5570-4BC1-B18E-4ADB5B78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the value, before thinking about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is 1.25 in decimal. The quarter is 2⁻², so 5/4 is 1.01 in binary.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14B00-5A2D-421F-ABE5-1E1175E7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5/4 = 1 + 1/4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 + 2⁻²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1.01₂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3 fraction bits: 1.010₂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51000-B20E-4C49-A64C-8A7F940E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Binary places after the point are 1/2, 1/4, 1/8, and so 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60308-1A78-4D4A-A5E8-B77EA72C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03 / 26</a:t>
            </a:r>
          </a:p>
        </p:txBody>
      </p:sp>
    </p:spTree>
    <p:extLst>
      <p:ext uri="{BB962C8B-B14F-4D97-AF65-F5344CB8AC3E}">
        <p14:creationId xmlns:p14="http://schemas.microsoft.com/office/powerpoint/2010/main" val="1031819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BF6B7-AA73-4E6D-9493-BE91284C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NORMAL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AA4E1-64CC-4F17-A696-AC75ACC0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exponent has a bias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D1316-1DD6-453D-AF4E-1FE12220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normal value is written as 1.fraction × 2ᵉ. The leading 1 is implied and is not stored.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stored exponent E equals e +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9427F-68F0-4671-8106-A7F32DC4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bias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−2  →  E = 1  →  bits 001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0  →  E = 3  →  bits 011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2  →  E = 5  →  bits 101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B6784-0A31-4631-8E90-1916BFF6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In this 3-bit format, E = 0 is for zero or subnormals; E = 7 is reserved.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9BDBC-16B5-48E3-83D2-2EE8FDE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04 / 26</a:t>
            </a:r>
          </a:p>
        </p:txBody>
      </p:sp>
    </p:spTree>
    <p:extLst>
      <p:ext uri="{BB962C8B-B14F-4D97-AF65-F5344CB8AC3E}">
        <p14:creationId xmlns:p14="http://schemas.microsoft.com/office/powerpoint/2010/main" val="6006537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D3E43-7C4C-4CAF-8365-70B7B211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47B7C-FBD1-45EA-BDB0-89D2E74D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normal value: 5/4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A294B-32F3-4E6A-B582-DE7B0874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= 1.010₂ × 2⁰.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true exponent is e = 0, so stored E = 0 + 3 = 3. The fraction after the leading 1 is 010₂, or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4ED78-0E5F-47D4-8B31-627FCBD7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= 011₂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011 |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2⁰ = 5/4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CD816-C700-4272-BD81-C1A4CAD3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has three bits; the implied leading 1 is not one of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D6794-AFE3-4574-AC1E-68A9423B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05 / 26</a:t>
            </a:r>
          </a:p>
        </p:txBody>
      </p:sp>
    </p:spTree>
    <p:extLst>
      <p:ext uri="{BB962C8B-B14F-4D97-AF65-F5344CB8AC3E}">
        <p14:creationId xmlns:p14="http://schemas.microsoft.com/office/powerpoint/2010/main" val="9262004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D6A3ED-265C-4789-BF0A-6021958A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SUBNORMALS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61E4C-7F57-406B-BD21-5422E88E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What happens below the normal range?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B8CFA-E6B6-4BAD-88B5-C9355CEA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smallest positive normal value here is 1.000₂ × 2⁻² = 1/4.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Smaller positive values use E = 0. They have no implied leading 1. Their exponent is fixed at 1 −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ABFFC-5872-4624-AE1D-84C39905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(    F/8) × 2^(1−3)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E = 0: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(F/8) × 1/4 = F/32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CF9CF-84BA-4EC0-8FAB-A22D151C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 = 0 changes the formula; it does not mean the true exponent is −3.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2533E-061C-486D-8935-0048992A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06 / 26</a:t>
            </a:r>
          </a:p>
        </p:txBody>
      </p:sp>
    </p:spTree>
    <p:extLst>
      <p:ext uri="{BB962C8B-B14F-4D97-AF65-F5344CB8AC3E}">
        <p14:creationId xmlns:p14="http://schemas.microsoft.com/office/powerpoint/2010/main" val="21274172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CA9B27-DB7A-4F32-815F-B74B7157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12482-9A52-4181-8EA9-E8A66935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subnormal value: 1/8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1CC07-B285-4F43-B3EB-D367BBB0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1/8 is below the smallest normal value, 1/4. Set E =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this format, a subnormal has value F/32. Solve F/32 = 1/8, giving F = 4.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60560-AF7C-4B8A-BBEF-A206FB04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 = 000₂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4 = 100₂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000 |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(4/8) × 2⁻² = 1/8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80937-F574-4F1A-B149-19222B27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is 100₂. There is no leading 1 in the subnormal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48C19-A67A-47A9-8DED-3CD488DF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07 / 26</a:t>
            </a:r>
          </a:p>
        </p:txBody>
      </p:sp>
    </p:spTree>
    <p:extLst>
      <p:ext uri="{BB962C8B-B14F-4D97-AF65-F5344CB8AC3E}">
        <p14:creationId xmlns:p14="http://schemas.microsoft.com/office/powerpoint/2010/main" val="4829106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D4FA8-7CA1-42C0-8651-205DAB45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8098D-7D0F-42BB-811B-E0EB6101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classify two ratios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2BDD9-1EE8-40B7-8D10-7CD44AC2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practice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ratio, decide normal or subnormal, then find E and 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4C26C-EAB8-4C35-ADA6-099DD154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BF70E-B1F3-4655-8D2A-9F8999B3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Compare each value with the smallest normal, 1/4, before finding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FB043-FF1A-4122-A4D8-61D62EBF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08 / 26</a:t>
            </a:r>
          </a:p>
        </p:txBody>
      </p:sp>
    </p:spTree>
    <p:extLst>
      <p:ext uri="{BB962C8B-B14F-4D97-AF65-F5344CB8AC3E}">
        <p14:creationId xmlns:p14="http://schemas.microsoft.com/office/powerpoint/2010/main" val="2091730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88539-5276-4697-90F4-50641D97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5C4E1-2E6B-40DB-BB5D-138AB40C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Practice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40C3A-57CA-42F3-B71A-D2332E5D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3/2 = 1.100₂ × 2⁰, so it is normal.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3/16 is below 1/4, so it is subnormal. Since value = F/32, F = 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E6C5D-FB1A-4074-BB14-6DA60B94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3 = 011₂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4 = 100₂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(1 + 4/8) × 1 = 3/2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0 = 000₂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6 = 110₂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6/32 = 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91C48-55B9-462E-A2A2-10EE22CE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fraction can be exactly representable in one format and not another.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1B2B5-6F4D-4BDD-A953-77BA254C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09 / 26</a:t>
            </a:r>
          </a:p>
        </p:txBody>
      </p:sp>
    </p:spTree>
    <p:extLst>
      <p:ext uri="{BB962C8B-B14F-4D97-AF65-F5344CB8AC3E}">
        <p14:creationId xmlns:p14="http://schemas.microsoft.com/office/powerpoint/2010/main" val="19461857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2D2C2-CA4E-4E1C-9800-99F321D4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753E9-0C61-457C-A33E-1FFFD739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Some ratios need 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11229-CC68-4CAB-8EB9-3092D09E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Only eight fraction patterns fit in three bits. A ratio such as 1/3 has a repeating binary expansion and cannot be stored exactly.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required rounding rule decides which nearby value to store.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96812-9C9A-4DB5-BEC4-B56277AF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1/3 = 1.010101…₂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Nearby values in this format: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010₂  →  5/16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011₂  →  11/32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Neither is exactly 1/3.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8BB5E-84AF-400F-A9D8-087C6F00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Wait for the assignment’s rounding instructions before choosing a stored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FA50B-9286-4888-9AE4-F29565C7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2541542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59610-38B1-45FE-A1B0-0CD74E98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READING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70715-3AF0-4D0E-8443-DF6C8C29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One line of AT&amp;T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55440-9B90-4DE9-847B-E3097795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Read the source first, then the destination. The destination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suffix says how much data is used: b = 1 byte, w = 2, l = 4, q = 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B7050-3500-4B02-B1C2-2A60C7F9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$5, %rax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  move 8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$5     literal value 5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  destination register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Afterward: %rax =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530AA-BC18-4CB7-845E-D912EB36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AT&amp;T syntax is the format used in these lectures and by GCC’s default assembly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DB160-C907-4D94-AE4E-BDECCFCC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11 / 26</a:t>
            </a:r>
          </a:p>
        </p:txBody>
      </p:sp>
    </p:spTree>
    <p:extLst>
      <p:ext uri="{BB962C8B-B14F-4D97-AF65-F5344CB8AC3E}">
        <p14:creationId xmlns:p14="http://schemas.microsoft.com/office/powerpoint/2010/main" val="11905739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68D0A-FECB-4D23-9D56-064441DC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ASSEMBLY VOCABULARY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07AD8-9D33-448A-89EB-8A952AE1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Three kinds of operands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3C050-F034-428C-9D92-7B818989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dollar sign means the value itself. A percent sign names a register. Parentheses mean memory at an address.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These are different even when the same digits appear.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6F29CD-5640-4BB8-A702-5F426F50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$8        literal 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     value in 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(%rax)    value at address in 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8(%rax)   value 8 bytes later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If %rax = &amp;x and x = 42: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(%rax), %rbx → rbx = 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D84AF-4ADF-483C-8832-27D02682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Parentheses read memory; without them, the register value itself is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0BA37-F4FF-4AE7-9BB9-7AACBAAC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5216654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9F7C7-FF20-4A6B-93AA-93BC40A2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TRY IT · 1 MINUTE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CE8B5F-0DEC-42AF-90D7-EB9A8DD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two instructions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3B046-77ED-4D0E-9DE2-20A38DC8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%rax = 100 and %rbx =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What is in each register after these lines?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Which register changed on each line?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96FDC-713C-4C83-9912-F131C0A8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%rbx,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addq $3, %rax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= 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%rbx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E263D-A398-4386-82EE-A730F003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Read each line left to right: source, then destination.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58891-C67E-4CED-A622-D4AC431B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13 / 26</a:t>
            </a:r>
          </a:p>
        </p:txBody>
      </p:sp>
    </p:spTree>
    <p:extLst>
      <p:ext uri="{BB962C8B-B14F-4D97-AF65-F5344CB8AC3E}">
        <p14:creationId xmlns:p14="http://schemas.microsoft.com/office/powerpoint/2010/main" val="7866137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604C2-D25B-462A-8C27-E80B58D2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FCEDF-D0AE-4988-8761-FC900BC9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7D4EA-B5C9-43C7-A040-CAA9E35C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first line copies 7 into %rax. The second adds 3 to that copy.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%rbx never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FEF06-0807-4B72-B454-E110344C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Initially       rax = 100   rbx = 7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%rbx,%rax  rax =   7   rbx = 7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addq $3,%rax   rax =  10   rbx = 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1128FE-BBF9-4DF3-91A2-91B5057A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move copies a value; it does not erase the source.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43A760-0939-436E-9313-D31B89A5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3650542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1EE65-6C32-4424-AFFE-63C84390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REGISTER NAMES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60F74-8E4F-4186-AAD5-55BDBA0F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Registers have different widths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7A478-D570-44CD-8ECF-174738BD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%rax is 64 bits. %eax names its low 32 bits; %ax names the low 16; %al names the low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Writing %eax zeroes the upper 32 bits of %rax. Reading %eax does not change %rax.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3F5E8-CEA9-419D-9D64-965FF941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$-1,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$1, %eax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Now %rax = 0x0000000000000001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 ↔  %rax  ↔  8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 ↔  %eax  ↔  4 bytes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B0F94-9BB2-4FA6-BBAB-19202E7E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zero-extension rule applies to 32-bit register destinations in x86-64.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A670B-4D08-4BB0-9FF0-9D7CCA4D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15 / 26</a:t>
            </a:r>
          </a:p>
        </p:txBody>
      </p:sp>
    </p:spTree>
    <p:extLst>
      <p:ext uri="{BB962C8B-B14F-4D97-AF65-F5344CB8AC3E}">
        <p14:creationId xmlns:p14="http://schemas.microsoft.com/office/powerpoint/2010/main" val="11905185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81573-EAFD-41CC-AA46-826EBCA6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6–8 · ADDRESSES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F0FD0-C4D6-4AA6-90FB-C4C253C1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Array indexing is byte arithmetic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140A4F-A2DF-4CF6-81F3-03B77410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Memory addresses count bytes. For an int array, element i begins 4i bytes after the start when int is 4 bytes.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addressing form combines base + index × scale + displacement.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F495F-0EEE-402D-B6A7-EF6AA449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Assume %rax = &amp;a[0], %rcx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(%rax,%rcx,4)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= memory[rax + 3×4]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= a[3]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8(%rax,%rcx,4) = a[5]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5B3E1-C03C-4722-BE5C-78B32A18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scale is the size of an element in bytes; 8 adds two more int positions here.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8B9E2-D6F3-43AE-97F9-789B949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16873462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C726C-E47D-4CDD-8C6C-B6050C8B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COMMON ASSEMBLY CONFUSION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5508F-4A33-4FD6-A626-F73AEB3C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Address versus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2E3B5E-5FB7-410D-9596-3266A767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leaq computes an address and puts it in a register.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movq with a memory source reads the value at that address.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52EB3-65F4-4BB3-B1B2-41D1A8B6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Assume rax = 1000, memory[1008] =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leaq 8(%rax), %rbx  → rbx = 1008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8(%rax), %rcx  → rcx = 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C5F4E-BC78-47E2-9993-97E0F974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lea does not dereference memory, even though its source looks like a memory operand.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F1DD5-7CB9-4E53-AC06-0D611540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7726127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AF34F-2B2B-4364-913A-8CED7C95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7 · CONTROL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25FE4-69AB-43E2-B364-E8CAD171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branch is an if statement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06C0F-596E-47AB-87AE-5802A879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cmpq compares two operands and sets condition flags. A conditional jump reads those flags.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ja means unsigned “jump if above.” The target is a label elsewhere in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9E58A-3342-4254-8F59-55AF706A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C: if (n &gt; 1) return n;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cmpq $1, %rdi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ja   .Lbig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$1, %eax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.Lbig: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%rdi, %rax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2A77C-5861-49F1-A87B-678DEDB9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Here %rdi is an unsigned 64-bit n; %rax carries the return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172BA-C05B-4403-9C57-E56F9AB4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12007626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B757C-BCC3-4598-AC6C-CE8A997A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TRY IT · 2 MINUTES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F9A24-D113-4CF5-ABAD-70F23BFD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the branch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DDE5D-FF1C-4A36-AC95-31265583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previous snippet. Predict the return value for n = 0, 1, and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input, decide whether ja jumps before following any other 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8D6CE-3357-4CD1-8C54-5276AA11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0  → ja? ___  return ___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1  → ja? ___  return ___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 = 4  → ja? ___  return 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Hint: “above 1” is strict, not ≥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3EAE2-BF14-4089-A8D2-E9210F30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Check your answer by following only the instructions on the chosen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55386-80A6-4C69-86A0-86FC511C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46676963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4F5C6-B0F3-4D5D-9C5C-50ED79E8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6–7 · REGISTERS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794E9-2B43-4E5C-AE94-398C3A60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Function calls use conventions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C4CCA-5AA0-4119-A13A-F07438A7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ordinary integer or pointer arguments on the x86-64 System V ABI, the first arguments use %rdi, %rsi, %rdx, %rcx, %r8, %r9.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return value usually arrives in %rax.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26B2D2-22E4-47D5-8CD1-74FC194B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long double_it(long x) {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return 2 * x;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At call:   %rdi = 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  call double_it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On return: %rax = 2 * 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0632-AF45-45C7-B97A-BF03625B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convention applies to the Linux x86-64 examples in the lectures; floating point arguments use different registers.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10E70-E1A5-40EF-947B-26F446CE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20 / 26</a:t>
            </a:r>
          </a:p>
        </p:txBody>
      </p:sp>
    </p:spTree>
    <p:extLst>
      <p:ext uri="{BB962C8B-B14F-4D97-AF65-F5344CB8AC3E}">
        <p14:creationId xmlns:p14="http://schemas.microsoft.com/office/powerpoint/2010/main" val="18945188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B6258-BBA6-4CC0-9C3D-6FE1B3C0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7–8 · STACK 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9E666-998F-4AA1-AD9F-48D47D23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stack keeps each call’s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8E267-AE1D-4447-A6DA-708A8A8C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stack grows toward lower addresses. %rsp points at its current 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function may save the old %rbp, set a new frame base, and subtract from %rsp to reserve space for local data.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1CCA6-DF34-4AFB-90C1-2BDD4D11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pushq %rbp        save old frame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%rsp, %rbp   set frame base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subq $16, %rsp   reserve 16 bytes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...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leave             restore old frame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               return to caller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4F0F0-C481-47F0-AFF2-9B88B6E2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These are common unoptimized patterns, not instructions every function must contain.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88E68-0622-4C3B-99D7-9AD1AF27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21 / 26</a:t>
            </a:r>
          </a:p>
        </p:txBody>
      </p:sp>
    </p:spTree>
    <p:extLst>
      <p:ext uri="{BB962C8B-B14F-4D97-AF65-F5344CB8AC3E}">
        <p14:creationId xmlns:p14="http://schemas.microsoft.com/office/powerpoint/2010/main" val="69210688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ECE8B-B23C-4E20-88C8-3896A9C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ACD20-CB71-48D1-9C4F-1B4D40C0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stack frame in addresses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AF0E4-B4BD-4908-A8DF-C8D90E30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Suppose %rsp is 0x1000 just after call has placed the return address on the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Follow the three setup instructions. Which address holds the saved %rbp? Where does the new frame begin?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D16AC-6246-4BCF-AC54-52506BB2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Start             rsp = 0x1000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pushq %rbp        rsp = 0x0ff8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movq %rsp,%rbp    rbp = 0x0ff8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subq $16,%rsp     rsp = 0x0fe8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Saved rbp: [0x0ff8]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Return address: [0x1000]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DE0B4-0C15-4123-8440-0FF11A61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Local stack space is at addresses below the new %rbp.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7BB551-D0A1-42CB-A4D8-FB6926F1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22 / 26</a:t>
            </a:r>
          </a:p>
        </p:txBody>
      </p:sp>
    </p:spTree>
    <p:extLst>
      <p:ext uri="{BB962C8B-B14F-4D97-AF65-F5344CB8AC3E}">
        <p14:creationId xmlns:p14="http://schemas.microsoft.com/office/powerpoint/2010/main" val="4469387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0715E-5556-4506-99CB-3CFCFF46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8 · C MEETS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60D5C-5097-4AFC-A226-6F86C0B2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Arrays and sizeof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4CBCE-7260-4C05-873A-8106C843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An array stores elements in consecutive memory. In its own scope, sizeof array measures its total bytes.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function parameter written as int a[] is treated as a pointer, so sizeof a there measures the pointer.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3EF8A-5CA0-46A6-9CBD-8AE88915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a[5];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sizeof a / sizeof a[0]  →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void f(int a[], int length) {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// use length for bounds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DC612-C221-42AB-9D87-FE77B53C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For a VLA, sizeof can be evaluated at run time. In a parameter, it still describes a pointer.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73477-4FA3-4C43-95EC-0D60D66F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23 / 26</a:t>
            </a:r>
          </a:p>
        </p:txBody>
      </p:sp>
    </p:spTree>
    <p:extLst>
      <p:ext uri="{BB962C8B-B14F-4D97-AF65-F5344CB8AC3E}">
        <p14:creationId xmlns:p14="http://schemas.microsoft.com/office/powerpoint/2010/main" val="1313613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4E527B-75C9-41BB-8BD2-46E59ACF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LECTURE 8 · MEMORY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81F12-D1F6-4F0F-8C4F-6D14E066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Variable length arrays and lifetime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5108D-54FA-4EA6-B69B-816C2706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VLA gets its length at run time. Its elements need explicit initialization.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Local array storage ends when its scope ends, so returning a pointer to that array leaves a dangling pointer.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604DC-2292-4E13-ABDC-DCF5ADE8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n = get_count();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if (n &lt;= 0) return;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int a[n];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for (int i = 0; i &lt; n; ++i) a[i] = 0;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// a is valid only in this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BF107-5180-4233-B694-C22D938A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For data that must survive a function return, use an appropriate allocation and ownership plan.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F17B8-3DBB-4D10-AFE1-F119955B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29891304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0EA87-3B46-415F-985F-EECA1D3A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BOARD PRACTICE · 3 MINUTES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F9897-55A2-4D9A-A50A-671E7D8C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One final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ADACC-4000-472D-9EA8-BCA87CEC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Assume int is 4 bytes, %rax holds &amp;a[0], and %rcx =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What address does leaq compute? What value does movl read?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5CA29-8179-4E81-89A9-826193A4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 = {10, 20, 30, 40}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%rax = 0x2000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leaq (%rax,%rcx,4), %rdx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movl (%rdx), %eax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%rdx = 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%eax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D6D66-0E53-4FBC-9A5B-B3B2042F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Sketch four boxes, each four bytes wide, before calculating.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85F3E-6B40-4752-9B33-026E6403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7449034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1F966-C6D8-41EE-9831-A7547BBA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97D09-7BEF-4822-B56A-3FC30683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Trace answer and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6E8D5-3AF7-4BE3-AFBF-72535F3A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leaq computes 0x2000 + 2×4 = 0x2008. movl reads the 4-byte int at that address: 30.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When assembly feels dense, mark the operand type, track the changed register, then follow the next instruction.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18EBB-7C7E-4A7B-84AC-5DE137C6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%rdx = 0x2008   address of a[2]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%eax = 30       value of a[2]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$        literal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%        register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(...)    memory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q/l      8/4 bytes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A36F9F-59E4-44F4-9FC8-C812B4C6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Read the relevant C beside the assembly, then verify one step at a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D8537-72A7-4B47-A806-12B2F54A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26 / 26</a:t>
            </a:r>
          </a:p>
        </p:txBody>
      </p:sp>
    </p:spTree>
    <p:extLst>
      <p:ext uri="{BB962C8B-B14F-4D97-AF65-F5344CB8AC3E}">
        <p14:creationId xmlns:p14="http://schemas.microsoft.com/office/powerpoint/2010/main" val="8839118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2026-09-24T23:31:03.6280000Z</dcterms:created>
  <dcterms:modified xsi:type="dcterms:W3CDTF">2026-09-24T23:31:03.6280000Z</dcterms:modified>
</coreProperties>
</file>