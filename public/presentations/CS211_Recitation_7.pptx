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08d43edd0544d3" /><Relationship Type="http://schemas.openxmlformats.org/officeDocument/2006/relationships/extended-properties" Target="/docProps/app.xml" Id="R1e113463a0bf456c" /><Relationship Type="http://schemas.openxmlformats.org/officeDocument/2006/relationships/officeDocument" Target="/ppt/presentation.xml" Id="R164ec256b93a445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76a5364182742f8"/>
  </p:sldMasterIdLst>
  <p:notesMasterIdLst>
    <p:notesMasterId xmlns:r="http://schemas.openxmlformats.org/officeDocument/2006/relationships" r:id="R1ee1ef5f405a4e43"/>
  </p:notesMasterIdLst>
  <p:sldIdLst>
    <p:sldId xmlns:r="http://schemas.openxmlformats.org/officeDocument/2006/relationships" id="256" r:id="Ra48751e9cff843fe"/>
    <p:sldId xmlns:r="http://schemas.openxmlformats.org/officeDocument/2006/relationships" id="257" r:id="R02c8d5c25bc34ca5"/>
    <p:sldId xmlns:r="http://schemas.openxmlformats.org/officeDocument/2006/relationships" id="258" r:id="Ra5c7c4a96b9a4e1f"/>
    <p:sldId xmlns:r="http://schemas.openxmlformats.org/officeDocument/2006/relationships" id="259" r:id="Rc8bb612c752749dd"/>
    <p:sldId xmlns:r="http://schemas.openxmlformats.org/officeDocument/2006/relationships" id="260" r:id="Rafd93a57eeb24c3d"/>
    <p:sldId xmlns:r="http://schemas.openxmlformats.org/officeDocument/2006/relationships" id="261" r:id="R1d516e04bad845de"/>
    <p:sldId xmlns:r="http://schemas.openxmlformats.org/officeDocument/2006/relationships" id="262" r:id="R3ac5ba564266494d"/>
    <p:sldId xmlns:r="http://schemas.openxmlformats.org/officeDocument/2006/relationships" id="263" r:id="R956a933d69544c31"/>
    <p:sldId xmlns:r="http://schemas.openxmlformats.org/officeDocument/2006/relationships" id="264" r:id="Rf30d7cccc2e7499a"/>
    <p:sldId xmlns:r="http://schemas.openxmlformats.org/officeDocument/2006/relationships" id="265" r:id="R8bb0b964250147bc"/>
    <p:sldId xmlns:r="http://schemas.openxmlformats.org/officeDocument/2006/relationships" id="266" r:id="R94c48f2cf81d481e"/>
    <p:sldId xmlns:r="http://schemas.openxmlformats.org/officeDocument/2006/relationships" id="267" r:id="R1ea4680176d743ef"/>
    <p:sldId xmlns:r="http://schemas.openxmlformats.org/officeDocument/2006/relationships" id="268" r:id="Rca2568ae0fd94273"/>
    <p:sldId xmlns:r="http://schemas.openxmlformats.org/officeDocument/2006/relationships" id="269" r:id="Rac754ba1e4c24c1e"/>
    <p:sldId xmlns:r="http://schemas.openxmlformats.org/officeDocument/2006/relationships" id="270" r:id="Ra64bb772388149cc"/>
    <p:sldId xmlns:r="http://schemas.openxmlformats.org/officeDocument/2006/relationships" id="271" r:id="R0f8017d3c5d540fc"/>
    <p:sldId xmlns:r="http://schemas.openxmlformats.org/officeDocument/2006/relationships" id="272" r:id="R16b6c9c5e800414a"/>
    <p:sldId xmlns:r="http://schemas.openxmlformats.org/officeDocument/2006/relationships" id="273" r:id="R1424cfc7b62b4170"/>
    <p:sldId xmlns:r="http://schemas.openxmlformats.org/officeDocument/2006/relationships" id="274" r:id="Rfbdc1eba488942cc"/>
    <p:sldId xmlns:r="http://schemas.openxmlformats.org/officeDocument/2006/relationships" id="275" r:id="Rfda35d4ad4904315"/>
    <p:sldId xmlns:r="http://schemas.openxmlformats.org/officeDocument/2006/relationships" id="276" r:id="Rbb8082fc47574521"/>
    <p:sldId xmlns:r="http://schemas.openxmlformats.org/officeDocument/2006/relationships" id="277" r:id="R9a6cec4074504a65"/>
    <p:sldId xmlns:r="http://schemas.openxmlformats.org/officeDocument/2006/relationships" id="278" r:id="R3bd8c71ee7d54461"/>
    <p:sldId xmlns:r="http://schemas.openxmlformats.org/officeDocument/2006/relationships" id="279" r:id="Rc52bd9ca41924baa"/>
    <p:sldId xmlns:r="http://schemas.openxmlformats.org/officeDocument/2006/relationships" id="280" r:id="Rdd88f702cb8840b6"/>
    <p:sldId xmlns:r="http://schemas.openxmlformats.org/officeDocument/2006/relationships" id="281" r:id="R84ea8a4b59d44dc1"/>
    <p:sldId xmlns:r="http://schemas.openxmlformats.org/officeDocument/2006/relationships" id="282" r:id="Rcbdfeb6cb63444b3"/>
    <p:sldId xmlns:r="http://schemas.openxmlformats.org/officeDocument/2006/relationships" id="283" r:id="R2ebd684a45c34b7b"/>
    <p:sldId xmlns:r="http://schemas.openxmlformats.org/officeDocument/2006/relationships" id="284" r:id="R1fc9f127d0f24e97"/>
    <p:sldId xmlns:r="http://schemas.openxmlformats.org/officeDocument/2006/relationships" id="285" r:id="R97e6ab4fe5c64574"/>
    <p:sldId xmlns:r="http://schemas.openxmlformats.org/officeDocument/2006/relationships" id="286" r:id="Rb3f984f85ae64db3"/>
  </p:sldIdLst>
  <p:sldSz cx="12192000" cy="6858000"/>
  <p:notesSz cx="6858000" cy="9144000"/>
  <p:embeddedFontLst>
    <p:embeddedFont>
      <p:font typeface="OpenAI Sans"/>
      <p:regular xmlns:r="http://schemas.openxmlformats.org/officeDocument/2006/relationships" r:id="R98485980376a44c0"/>
      <p:bold xmlns:r="http://schemas.openxmlformats.org/officeDocument/2006/relationships" r:id="Re3e6365f57864683"/>
      <p:italic xmlns:r="http://schemas.openxmlformats.org/officeDocument/2006/relationships" r:id="Ra759844764ef4ba1"/>
      <p:boldItalic xmlns:r="http://schemas.openxmlformats.org/officeDocument/2006/relationships" r:id="R9b60141552304266"/>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1ae636d2d364a82" /><Relationship Type="http://schemas.openxmlformats.org/officeDocument/2006/relationships/slideMaster" Target="/ppt/slideMasters/slideMaster1.xml" Id="Rc76a5364182742f8" /><Relationship Type="http://schemas.openxmlformats.org/officeDocument/2006/relationships/notesMaster" Target="/ppt/notesMasters/notesMaster1.xml" Id="R1ee1ef5f405a4e43" /><Relationship Type="http://schemas.openxmlformats.org/officeDocument/2006/relationships/presProps" Target="/ppt/presProps.xml" Id="R52b8104540ee4e36" /><Relationship Type="http://schemas.openxmlformats.org/officeDocument/2006/relationships/viewProps" Target="/ppt/viewProps.xml" Id="R82197c2b654c4e3e" /><Relationship Type="http://schemas.openxmlformats.org/officeDocument/2006/relationships/tableStyles" Target="/ppt/tableStyles.xml" Id="Rf51f3b5dace8441f" /><Relationship Type="http://schemas.openxmlformats.org/officeDocument/2006/relationships/font" Target="/ppt/fonts/font.dat" Id="R98485980376a44c0" /><Relationship Type="http://schemas.openxmlformats.org/officeDocument/2006/relationships/font" Target="/ppt/fonts/font2.dat" Id="Re3e6365f57864683" /><Relationship Type="http://schemas.openxmlformats.org/officeDocument/2006/relationships/font" Target="/ppt/fonts/font3.dat" Id="Ra759844764ef4ba1" /><Relationship Type="http://schemas.openxmlformats.org/officeDocument/2006/relationships/font" Target="/ppt/fonts/font4.dat" Id="R9b60141552304266" /><Relationship Type="http://schemas.openxmlformats.org/officeDocument/2006/relationships/slide" Target="/ppt/slides/slide1.xml" Id="Ra48751e9cff843fe" /><Relationship Type="http://schemas.openxmlformats.org/officeDocument/2006/relationships/slide" Target="/ppt/slides/slide2.xml" Id="R02c8d5c25bc34ca5" /><Relationship Type="http://schemas.openxmlformats.org/officeDocument/2006/relationships/slide" Target="/ppt/slides/slide3.xml" Id="Ra5c7c4a96b9a4e1f" /><Relationship Type="http://schemas.openxmlformats.org/officeDocument/2006/relationships/slide" Target="/ppt/slides/slide4.xml" Id="Rc8bb612c752749dd" /><Relationship Type="http://schemas.openxmlformats.org/officeDocument/2006/relationships/slide" Target="/ppt/slides/slide5.xml" Id="Rafd93a57eeb24c3d" /><Relationship Type="http://schemas.openxmlformats.org/officeDocument/2006/relationships/slide" Target="/ppt/slides/slide6.xml" Id="R1d516e04bad845de" /><Relationship Type="http://schemas.openxmlformats.org/officeDocument/2006/relationships/slide" Target="/ppt/slides/slide7.xml" Id="R3ac5ba564266494d" /><Relationship Type="http://schemas.openxmlformats.org/officeDocument/2006/relationships/slide" Target="/ppt/slides/slide8.xml" Id="R956a933d69544c31" /><Relationship Type="http://schemas.openxmlformats.org/officeDocument/2006/relationships/slide" Target="/ppt/slides/slide9.xml" Id="Rf30d7cccc2e7499a" /><Relationship Type="http://schemas.openxmlformats.org/officeDocument/2006/relationships/slide" Target="/ppt/slides/slide10.xml" Id="R8bb0b964250147bc" /><Relationship Type="http://schemas.openxmlformats.org/officeDocument/2006/relationships/slide" Target="/ppt/slides/slide11.xml" Id="R94c48f2cf81d481e" /><Relationship Type="http://schemas.openxmlformats.org/officeDocument/2006/relationships/slide" Target="/ppt/slides/slide12.xml" Id="R1ea4680176d743ef" /><Relationship Type="http://schemas.openxmlformats.org/officeDocument/2006/relationships/slide" Target="/ppt/slides/slide13.xml" Id="Rca2568ae0fd94273" /><Relationship Type="http://schemas.openxmlformats.org/officeDocument/2006/relationships/slide" Target="/ppt/slides/slide14.xml" Id="Rac754ba1e4c24c1e" /><Relationship Type="http://schemas.openxmlformats.org/officeDocument/2006/relationships/slide" Target="/ppt/slides/slide15.xml" Id="Ra64bb772388149cc" /><Relationship Type="http://schemas.openxmlformats.org/officeDocument/2006/relationships/slide" Target="/ppt/slides/slide16.xml" Id="R0f8017d3c5d540fc" /><Relationship Type="http://schemas.openxmlformats.org/officeDocument/2006/relationships/slide" Target="/ppt/slides/slide17.xml" Id="R16b6c9c5e800414a" /><Relationship Type="http://schemas.openxmlformats.org/officeDocument/2006/relationships/slide" Target="/ppt/slides/slide18.xml" Id="R1424cfc7b62b4170" /><Relationship Type="http://schemas.openxmlformats.org/officeDocument/2006/relationships/slide" Target="/ppt/slides/slide19.xml" Id="Rfbdc1eba488942cc" /><Relationship Type="http://schemas.openxmlformats.org/officeDocument/2006/relationships/slide" Target="/ppt/slides/slide20.xml" Id="Rfda35d4ad4904315" /><Relationship Type="http://schemas.openxmlformats.org/officeDocument/2006/relationships/slide" Target="/ppt/slides/slide21.xml" Id="Rbb8082fc47574521" /><Relationship Type="http://schemas.openxmlformats.org/officeDocument/2006/relationships/slide" Target="/ppt/slides/slide22.xml" Id="R9a6cec4074504a65" /><Relationship Type="http://schemas.openxmlformats.org/officeDocument/2006/relationships/slide" Target="/ppt/slides/slide23.xml" Id="R3bd8c71ee7d54461" /><Relationship Type="http://schemas.openxmlformats.org/officeDocument/2006/relationships/slide" Target="/ppt/slides/slide24.xml" Id="Rc52bd9ca41924baa" /><Relationship Type="http://schemas.openxmlformats.org/officeDocument/2006/relationships/slide" Target="/ppt/slides/slide25.xml" Id="Rdd88f702cb8840b6" /><Relationship Type="http://schemas.openxmlformats.org/officeDocument/2006/relationships/slide" Target="/ppt/slides/slide26.xml" Id="R84ea8a4b59d44dc1" /><Relationship Type="http://schemas.openxmlformats.org/officeDocument/2006/relationships/slide" Target="/ppt/slides/slide27.xml" Id="Rcbdfeb6cb63444b3" /><Relationship Type="http://schemas.openxmlformats.org/officeDocument/2006/relationships/slide" Target="/ppt/slides/slide28.xml" Id="R2ebd684a45c34b7b" /><Relationship Type="http://schemas.openxmlformats.org/officeDocument/2006/relationships/slide" Target="/ppt/slides/slide29.xml" Id="R1fc9f127d0f24e97" /><Relationship Type="http://schemas.openxmlformats.org/officeDocument/2006/relationships/slide" Target="/ppt/slides/slide30.xml" Id="R97e6ab4fe5c64574" /><Relationship Type="http://schemas.openxmlformats.org/officeDocument/2006/relationships/slide" Target="/ppt/slides/slide31.xml" Id="Rb3f984f85ae64d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8e94d6336346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11e686e69748da" /><Relationship Type="http://schemas.openxmlformats.org/officeDocument/2006/relationships/notesMaster" Target="/ppt/notesMasters/notesMaster1.xml" Id="R405de0cd953942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b844984e8f4280" /><Relationship Type="http://schemas.openxmlformats.org/officeDocument/2006/relationships/notesMaster" Target="/ppt/notesMasters/notesMaster1.xml" Id="R23dcb7af542349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75931e59ba44c1" /><Relationship Type="http://schemas.openxmlformats.org/officeDocument/2006/relationships/notesMaster" Target="/ppt/notesMasters/notesMaster1.xml" Id="R205c64d397c64a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a445c8922b49bb" /><Relationship Type="http://schemas.openxmlformats.org/officeDocument/2006/relationships/notesMaster" Target="/ppt/notesMasters/notesMaster1.xml" Id="R112ade2a1ace4b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54faa8208b45dc" /><Relationship Type="http://schemas.openxmlformats.org/officeDocument/2006/relationships/notesMaster" Target="/ppt/notesMasters/notesMaster1.xml" Id="Rdbc4b91d022c42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7c3fa350044d39" /><Relationship Type="http://schemas.openxmlformats.org/officeDocument/2006/relationships/notesMaster" Target="/ppt/notesMasters/notesMaster1.xml" Id="R6e6b5fe477984b6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ea991f17ac4cff" /><Relationship Type="http://schemas.openxmlformats.org/officeDocument/2006/relationships/notesMaster" Target="/ppt/notesMasters/notesMaster1.xml" Id="Rcf42258892564b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ee386f1b8e4570" /><Relationship Type="http://schemas.openxmlformats.org/officeDocument/2006/relationships/notesMaster" Target="/ppt/notesMasters/notesMaster1.xml" Id="R35565206d7b343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430f04b3b747c4" /><Relationship Type="http://schemas.openxmlformats.org/officeDocument/2006/relationships/notesMaster" Target="/ppt/notesMasters/notesMaster1.xml" Id="Rc7d8f1440dcc4a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b7b5e1e69c4ea6" /><Relationship Type="http://schemas.openxmlformats.org/officeDocument/2006/relationships/notesMaster" Target="/ppt/notesMasters/notesMaster1.xml" Id="R650d0fb6813145a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c6833219044569" /><Relationship Type="http://schemas.openxmlformats.org/officeDocument/2006/relationships/notesMaster" Target="/ppt/notesMasters/notesMaster1.xml" Id="Rde5e7416754e41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09f01e57aba462e" /><Relationship Type="http://schemas.openxmlformats.org/officeDocument/2006/relationships/notesMaster" Target="/ppt/notesMasters/notesMaster1.xml" Id="R41a569eefd864f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9bb5b4c250417c" /><Relationship Type="http://schemas.openxmlformats.org/officeDocument/2006/relationships/notesMaster" Target="/ppt/notesMasters/notesMaster1.xml" Id="Rca1b58ee2a8d4fc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7ef97965474894" /><Relationship Type="http://schemas.openxmlformats.org/officeDocument/2006/relationships/notesMaster" Target="/ppt/notesMasters/notesMaster1.xml" Id="Ra96c1baf4b0f466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6c4d6f9d8384e1e" /><Relationship Type="http://schemas.openxmlformats.org/officeDocument/2006/relationships/notesMaster" Target="/ppt/notesMasters/notesMaster1.xml" Id="Rf069f4296dfd4eb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14712c109c4200" /><Relationship Type="http://schemas.openxmlformats.org/officeDocument/2006/relationships/notesMaster" Target="/ppt/notesMasters/notesMaster1.xml" Id="R7db974fe51ee410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17e7263a30b4e1b" /><Relationship Type="http://schemas.openxmlformats.org/officeDocument/2006/relationships/notesMaster" Target="/ppt/notesMasters/notesMaster1.xml" Id="R73b5f7738bb7465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5579ac33fb64f29" /><Relationship Type="http://schemas.openxmlformats.org/officeDocument/2006/relationships/notesMaster" Target="/ppt/notesMasters/notesMaster1.xml" Id="R843b0d0e51ba4d8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480d5daa7c4a80" /><Relationship Type="http://schemas.openxmlformats.org/officeDocument/2006/relationships/notesMaster" Target="/ppt/notesMasters/notesMaster1.xml" Id="R525f1c03632b4bf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2dcc52d05c4b0a" /><Relationship Type="http://schemas.openxmlformats.org/officeDocument/2006/relationships/notesMaster" Target="/ppt/notesMasters/notesMaster1.xml" Id="Rc282762137eb49d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eb7dc075cc244f3" /><Relationship Type="http://schemas.openxmlformats.org/officeDocument/2006/relationships/notesMaster" Target="/ppt/notesMasters/notesMaster1.xml" Id="R4bbeeae07e6b4d4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0a08e69d2154d74" /><Relationship Type="http://schemas.openxmlformats.org/officeDocument/2006/relationships/notesMaster" Target="/ppt/notesMasters/notesMaster1.xml" Id="Re1e9e3756ad148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33530289c094d07" /><Relationship Type="http://schemas.openxmlformats.org/officeDocument/2006/relationships/notesMaster" Target="/ppt/notesMasters/notesMaster1.xml" Id="R3cbcbea4248c487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a63854cb32c44d7" /><Relationship Type="http://schemas.openxmlformats.org/officeDocument/2006/relationships/notesMaster" Target="/ppt/notesMasters/notesMaster1.xml" Id="R4f2b09997c3545b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b74843ac9124435" /><Relationship Type="http://schemas.openxmlformats.org/officeDocument/2006/relationships/notesMaster" Target="/ppt/notesMasters/notesMaster1.xml" Id="R6fdb7a36c852424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29c548b0f7b4ff1" /><Relationship Type="http://schemas.openxmlformats.org/officeDocument/2006/relationships/notesMaster" Target="/ppt/notesMasters/notesMaster1.xml" Id="Re2374f225bff40a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a256b2e2ff644e0" /><Relationship Type="http://schemas.openxmlformats.org/officeDocument/2006/relationships/notesMaster" Target="/ppt/notesMasters/notesMaster1.xml" Id="Ra302946f6ef644c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8895825aa846aa" /><Relationship Type="http://schemas.openxmlformats.org/officeDocument/2006/relationships/notesMaster" Target="/ppt/notesMasters/notesMaster1.xml" Id="R205c56d4180c45f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70b3ca18b914f1d" /><Relationship Type="http://schemas.openxmlformats.org/officeDocument/2006/relationships/notesMaster" Target="/ppt/notesMasters/notesMaster1.xml" Id="Rf709b69db42e460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7841dcd457a4e9a" /><Relationship Type="http://schemas.openxmlformats.org/officeDocument/2006/relationships/notesMaster" Target="/ppt/notesMasters/notesMaster1.xml" Id="R82139a7fce5643f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5ed96e9c9f4887" /><Relationship Type="http://schemas.openxmlformats.org/officeDocument/2006/relationships/notesMaster" Target="/ppt/notesMasters/notesMaster1.xml" Id="R2332e2d9e3b043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9–17.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compare E=0,F=0 and E=0,F=1. The second retains a tiny positive magnitude. For FP32, replace the bias by 127, fraction-bit count by 23, and all-ones E by 255. Be careful not to use 2^(0−bias) for subnormals. Zero’s sign bit permits +0 or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E=0 and F=1 is subnormal.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Fraction = 1/2² = 1/4, with no implied leading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Value = 2^(1−15) × 1/4 = 2^(−16).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a desk analogy: running out of desk space differs from scribbling over someone else’s paper. The old quiz guard is conceptual canary behavior. A callee may write through a valid pointer into caller-owned data, so not every cross-frame write is inherently illegal; the unexpected unauthorized overwrite is the problem. Canaries detect some corruption, ASLR changes predictability, and NX changes execution permissions. Do not imply the byte pattern identifies the exact buggy instruction.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https://firner.com/presentations/cs211/2026-Fall/cs211_09/; https://firner.com/presentations/cs211/2026-Fall/cs211_11/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word[4] is outside the 4-byte array and is undefined behavior. It is a bounds error, not proof the entire stack has run out.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unexpectedly changed guard suggests corruption, not normal stack cleanup. The exact effect and whether a crash occurs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b985070d3848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c628bb40cba46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c009e339cc4df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71e83f531c48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d01628df1e4d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48899520c0444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c471b2fcc7e4c5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979a48f77b34203"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ae161f0cbd4641" /><Relationship Type="http://schemas.openxmlformats.org/officeDocument/2006/relationships/slideLayout" Target="/ppt/slideLayouts/slideLayout1.xml" Id="R32006a6cbeeb4945" /><Relationship Type="http://schemas.openxmlformats.org/officeDocument/2006/relationships/slideLayout" Target="/ppt/slideLayouts/slideLayout2.xml" Id="Rcc5528f652094124" /><Relationship Type="http://schemas.openxmlformats.org/officeDocument/2006/relationships/slideLayout" Target="/ppt/slideLayouts/slideLayout3.xml" Id="Ra7ed0b4b74874e05" /><Relationship Type="http://schemas.openxmlformats.org/officeDocument/2006/relationships/slideLayout" Target="/ppt/slideLayouts/slideLayout4.xml" Id="Rc78e9634c6d94bfd" /><Relationship Type="http://schemas.openxmlformats.org/officeDocument/2006/relationships/slideLayout" Target="/ppt/slideLayouts/slideLayout5.xml" Id="R2ae6612cef2c4670" /><Relationship Type="http://schemas.openxmlformats.org/officeDocument/2006/relationships/slideLayout" Target="/ppt/slideLayouts/slideLayout6.xml" Id="R9ebf7b9bcd9f43cc" /><Relationship Type="http://schemas.openxmlformats.org/officeDocument/2006/relationships/slideLayout" Target="/ppt/slideLayouts/slideLayout7.xml" Id="R6f0d72cc63154a27" /><Relationship Type="http://schemas.openxmlformats.org/officeDocument/2006/relationships/slideLayout" Target="/ppt/slideLayouts/slideLayout8.xml" Id="Rfdc2ad9608bd430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32006a6cbeeb4945"/>
    <p:sldLayoutId xmlns:r="http://schemas.openxmlformats.org/officeDocument/2006/relationships" id="2147483650" r:id="Rcc5528f652094124"/>
    <p:sldLayoutId xmlns:r="http://schemas.openxmlformats.org/officeDocument/2006/relationships" id="2147483651" r:id="Ra7ed0b4b74874e05"/>
    <p:sldLayoutId xmlns:r="http://schemas.openxmlformats.org/officeDocument/2006/relationships" id="2147483652" r:id="Rc78e9634c6d94bfd"/>
    <p:sldLayoutId xmlns:r="http://schemas.openxmlformats.org/officeDocument/2006/relationships" id="2147483653" r:id="R2ae6612cef2c4670"/>
    <p:sldLayoutId xmlns:r="http://schemas.openxmlformats.org/officeDocument/2006/relationships" id="2147483654" r:id="R9ebf7b9bcd9f43cc"/>
    <p:sldLayoutId xmlns:r="http://schemas.openxmlformats.org/officeDocument/2006/relationships" id="2147483655" r:id="R6f0d72cc63154a27"/>
    <p:sldLayoutId xmlns:r="http://schemas.openxmlformats.org/officeDocument/2006/relationships" id="2147483656" r:id="Rfdc2ad9608bd430b"/>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7987ba99b8644f6" /><Relationship Type="http://schemas.openxmlformats.org/officeDocument/2006/relationships/notesSlide" Target="/ppt/notesSlides/notesSlide1.xml" Id="R9fd6b57e41a54d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197bc59190b49d2" /><Relationship Type="http://schemas.openxmlformats.org/officeDocument/2006/relationships/notesSlide" Target="/ppt/notesSlides/notesSlide2.xml" Id="R1b893e8f2b2e4a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818e9902e5d4da6" /><Relationship Type="http://schemas.openxmlformats.org/officeDocument/2006/relationships/notesSlide" Target="/ppt/notesSlides/notesSlide3.xml" Id="R6c24da5b3d3f4f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2b4113cee804cc8" /><Relationship Type="http://schemas.openxmlformats.org/officeDocument/2006/relationships/notesSlide" Target="/ppt/notesSlides/notesSlide4.xml" Id="R5bbf2f00bbab4e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29206f1e2749fb" /><Relationship Type="http://schemas.openxmlformats.org/officeDocument/2006/relationships/notesSlide" Target="/ppt/notesSlides/notesSlide5.xml" Id="R1789d1c2797b42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b0248ed06824d1a" /><Relationship Type="http://schemas.openxmlformats.org/officeDocument/2006/relationships/notesSlide" Target="/ppt/notesSlides/notesSlide6.xml" Id="R0de215e6a8ae4f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1fa921925bb40b7" /><Relationship Type="http://schemas.openxmlformats.org/officeDocument/2006/relationships/notesSlide" Target="/ppt/notesSlides/notesSlide7.xml" Id="R14a4a0c1eb3641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da5f1e79d2643a1" /><Relationship Type="http://schemas.openxmlformats.org/officeDocument/2006/relationships/notesSlide" Target="/ppt/notesSlides/notesSlide8.xml" Id="R7c401f64aa9940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279a0028d4499f" /><Relationship Type="http://schemas.openxmlformats.org/officeDocument/2006/relationships/notesSlide" Target="/ppt/notesSlides/notesSlide9.xml" Id="Rd47e413e84c2478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140f71e41534679" /><Relationship Type="http://schemas.openxmlformats.org/officeDocument/2006/relationships/notesSlide" Target="/ppt/notesSlides/notesSlide10.xml" Id="Re8d71de97f9e447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d227ef3104a47d0" /><Relationship Type="http://schemas.openxmlformats.org/officeDocument/2006/relationships/notesSlide" Target="/ppt/notesSlides/notesSlide11.xml" Id="R736be2c671e047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0df61d7ef1049a1" /><Relationship Type="http://schemas.openxmlformats.org/officeDocument/2006/relationships/notesSlide" Target="/ppt/notesSlides/notesSlide12.xml" Id="Rbee2a478af9341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c743727e71148f5" /><Relationship Type="http://schemas.openxmlformats.org/officeDocument/2006/relationships/notesSlide" Target="/ppt/notesSlides/notesSlide13.xml" Id="R88a7c8a898e14ed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aa625d45ca74d2d" /><Relationship Type="http://schemas.openxmlformats.org/officeDocument/2006/relationships/notesSlide" Target="/ppt/notesSlides/notesSlide14.xml" Id="Rfc5095968ac143d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18a935ba38a41c4" /><Relationship Type="http://schemas.openxmlformats.org/officeDocument/2006/relationships/notesSlide" Target="/ppt/notesSlides/notesSlide15.xml" Id="Rc5d3d4061da74f6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51e3aa57c624724" /><Relationship Type="http://schemas.openxmlformats.org/officeDocument/2006/relationships/notesSlide" Target="/ppt/notesSlides/notesSlide16.xml" Id="Rd61626b0948f4ca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0f9fd251382463e" /><Relationship Type="http://schemas.openxmlformats.org/officeDocument/2006/relationships/notesSlide" Target="/ppt/notesSlides/notesSlide17.xml" Id="R20852680bd0044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adb39b4b366470c" /><Relationship Type="http://schemas.openxmlformats.org/officeDocument/2006/relationships/notesSlide" Target="/ppt/notesSlides/notesSlide18.xml" Id="R68c5cd1d2ede4c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479aa99906d461e" /><Relationship Type="http://schemas.openxmlformats.org/officeDocument/2006/relationships/notesSlide" Target="/ppt/notesSlides/notesSlide19.xml" Id="R0d7d90d9af30469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991f06afdee4997" /><Relationship Type="http://schemas.openxmlformats.org/officeDocument/2006/relationships/notesSlide" Target="/ppt/notesSlides/notesSlide20.xml" Id="R83cd745ab7bf48e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456d05b22334c3b" /><Relationship Type="http://schemas.openxmlformats.org/officeDocument/2006/relationships/notesSlide" Target="/ppt/notesSlides/notesSlide21.xml" Id="Rd5f08ecc4f05423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c6be6339c124b27" /><Relationship Type="http://schemas.openxmlformats.org/officeDocument/2006/relationships/notesSlide" Target="/ppt/notesSlides/notesSlide22.xml" Id="R5b26b4444ab94ad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415f3d0f0c24ae8" /><Relationship Type="http://schemas.openxmlformats.org/officeDocument/2006/relationships/notesSlide" Target="/ppt/notesSlides/notesSlide23.xml" Id="R89c8d542f2114bd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7cb5d2205814693" /><Relationship Type="http://schemas.openxmlformats.org/officeDocument/2006/relationships/notesSlide" Target="/ppt/notesSlides/notesSlide24.xml" Id="R86dc7f42f10c432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2e4989bcb69487c" /><Relationship Type="http://schemas.openxmlformats.org/officeDocument/2006/relationships/notesSlide" Target="/ppt/notesSlides/notesSlide25.xml" Id="Rdb26cba662a3426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6c327c4ac21406d" /><Relationship Type="http://schemas.openxmlformats.org/officeDocument/2006/relationships/notesSlide" Target="/ppt/notesSlides/notesSlide26.xml" Id="R4964b159c3d8495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c4ecc529c504cb1" /><Relationship Type="http://schemas.openxmlformats.org/officeDocument/2006/relationships/notesSlide" Target="/ppt/notesSlides/notesSlide27.xml" Id="R0b8b973a5515400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5f0533ff2444536" /><Relationship Type="http://schemas.openxmlformats.org/officeDocument/2006/relationships/notesSlide" Target="/ppt/notesSlides/notesSlide28.xml" Id="R7c46e27b1b9841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93f3d1157ca4ded" /><Relationship Type="http://schemas.openxmlformats.org/officeDocument/2006/relationships/notesSlide" Target="/ppt/notesSlides/notesSlide29.xml" Id="R6264e2e7c9e5465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c69b6f09bc34d47" /><Relationship Type="http://schemas.openxmlformats.org/officeDocument/2006/relationships/notesSlide" Target="/ppt/notesSlides/notesSlide30.xml" Id="Rb4e0272fbaeb473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0340d3d2bfa4b80" /><Relationship Type="http://schemas.openxmlformats.org/officeDocument/2006/relationships/notesSlide" Target="/ppt/notesSlides/notesSlide31.xml" Id="R873769e67a89447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F4B48831-4BC3-47CF-964A-DFBD79F1F9F8}"/>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2E5CD575-860C-4D98-847D-0F5EEB70EC1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6D727D0F-ED1A-40E8-86E2-4A21FD8CF2F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5EB8D8D0-AE18-44CC-8CE3-54A49D43B8D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90BBFC09-461F-428F-A9D9-852D40F9AB2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34BCA7FC-EC95-4C20-BA66-1E039C7C722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CF868555-0D23-4043-BDE6-674FF3CA39A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8357B8D7-056E-48C5-A7C5-6FAA945D8D3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A144A3EC-8C60-4D05-B360-8DB309E8D8A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E40F3655-CC2F-4964-B502-29C3E0CA4B7E}"/>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05CD37A-688D-485D-9C69-811E85302BC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DDFCA9EA-00BC-47B7-BD2F-9D1EEDEA85B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39CEA808-3881-4E00-858A-046D2A8AD1D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42940F6E-A384-42E0-83EB-E61B1D10017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00B53BCF-65B8-4AAD-AA37-406EE4CACCD0}"/>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C8F0F567-1CB1-433A-ADBA-1160EAE0C47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DD830B9A-14B0-4F28-AF01-3F087A77430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E6CAEA66-294E-4162-AD01-F8C68A8EC4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58E2BECD-CA3A-402F-8B80-5F2A19A1850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Special exponents change the rule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before applying the normal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zeros uses 0.f and a scale of 2^(1−bias).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exponent of all ones means infinity or NaN.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For the 1 / 5 / 2 format,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 0: zero</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0, F &gt; 0: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1..30: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31, F &gt; 0: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Decode s=0, E=0, F=1.</a:t>
            </a:r>
          </a:p>
        </p:txBody>
      </p:sp>
      <p:sp>
        <p:nvSpPr>
          <p:cNvPr id="534" name="Takeaway">
            <a:extLst xmlns:a="http://schemas.openxmlformats.org/drawingml/2006/main">
              <a:ext uri="{FF2B5EF4-FFF2-40B4-BE49-F238E27FC236}">
                <a16:creationId xmlns:a16="http://schemas.microsoft.com/office/drawing/2014/main" id="{5C4B2696-831D-4E59-B105-200C662FC6E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zero stored exponent does not force the whole number to be zero.</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AA28333E-6CB8-4B96-BD6D-B29E6304A6E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exhaustion and stack corruption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Exhaustion: too many active frames or large local allocations use up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Corruption: code writes outside a valid object and may overwrite nearby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canary is a marker checked for unexpected change.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char word[4];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Valid indexes: 0,1,2,3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word[4] = 0;  //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Canary: detects some overwrites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ASLR: makes addresses less predictable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NX: blocks execution from data pages</a:t>
            </a:r>
          </a:p>
        </p:txBody>
      </p:sp>
      <p:sp>
        <p:nvSpPr>
          <p:cNvPr id="534" name="Takeaway">
            <a:extLst xmlns:a="http://schemas.openxmlformats.org/drawingml/2006/main">
              <a:ext uri="{FF2B5EF4-FFF2-40B4-BE49-F238E27FC236}">
                <a16:creationId xmlns:a16="http://schemas.microsoft.com/office/drawing/2014/main" id="{00A5034E-9DBB-4D59-BB6B-D78E7035D96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Why is word[4] invalid? What does an unexpectedly changed guard suggest?</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C60209AE-4A8F-4407-88B7-3DAFC58FA7C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0E4A66D9-01C4-497E-8958-41A2BFD47F7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47C09AB8-6FD2-4BD7-B7C4-71FD7E7B528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7DE011A4-2FEC-4DCA-9E8F-129554AD49C8}"/>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2704C161-9C8A-453C-9D93-0C5A7AA605F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F7649EDA-EE50-4A33-8A39-93D2DB1058A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66F1CDD2-F187-4A21-9B92-185C1679FED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DFC00C46-3041-4220-8429-67538637305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3E5A47B2-87BE-4D25-BD6F-F3B091C3B25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8E06FE4E-C752-4207-AEC0-63032D8610D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A8BE8A4C-953F-41FF-BD08-68E3A7DD119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B44A63A1-749B-4F97-93FD-6637D3466F1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2026-10-23T04:49:21.0210000Z</dcterms:created>
  <dcterms:modified xsi:type="dcterms:W3CDTF">2026-10-23T04:49:21.0210000Z</dcterms:modified>
</coreProperties>
</file>