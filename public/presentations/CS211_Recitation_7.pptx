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4eeea275cee4b72" /><Relationship Type="http://schemas.openxmlformats.org/officeDocument/2006/relationships/extended-properties" Target="/docProps/app.xml" Id="R05f9ab545ad94b59" /><Relationship Type="http://schemas.openxmlformats.org/officeDocument/2006/relationships/officeDocument" Target="/ppt/presentation.xml" Id="R478e5eec0360460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2730baed9e54b6b"/>
  </p:sldMasterIdLst>
  <p:notesMasterIdLst>
    <p:notesMasterId xmlns:r="http://schemas.openxmlformats.org/officeDocument/2006/relationships" r:id="Rdd1504ebdcc84692"/>
  </p:notesMasterIdLst>
  <p:sldIdLst>
    <p:sldId xmlns:r="http://schemas.openxmlformats.org/officeDocument/2006/relationships" id="256" r:id="R7d68e1d101b04b68"/>
    <p:sldId xmlns:r="http://schemas.openxmlformats.org/officeDocument/2006/relationships" id="257" r:id="R599120de0d5c4d63"/>
    <p:sldId xmlns:r="http://schemas.openxmlformats.org/officeDocument/2006/relationships" id="258" r:id="Rf2f4698244ce42b4"/>
    <p:sldId xmlns:r="http://schemas.openxmlformats.org/officeDocument/2006/relationships" id="259" r:id="Rad4c03fecce1441e"/>
    <p:sldId xmlns:r="http://schemas.openxmlformats.org/officeDocument/2006/relationships" id="260" r:id="R0295689deaf144e6"/>
    <p:sldId xmlns:r="http://schemas.openxmlformats.org/officeDocument/2006/relationships" id="261" r:id="R81c4f3bd49d64eda"/>
    <p:sldId xmlns:r="http://schemas.openxmlformats.org/officeDocument/2006/relationships" id="262" r:id="R0b13d5ab7f2f4f6d"/>
    <p:sldId xmlns:r="http://schemas.openxmlformats.org/officeDocument/2006/relationships" id="263" r:id="R6abdaf40926a4479"/>
    <p:sldId xmlns:r="http://schemas.openxmlformats.org/officeDocument/2006/relationships" id="264" r:id="R224676fd510549d7"/>
    <p:sldId xmlns:r="http://schemas.openxmlformats.org/officeDocument/2006/relationships" id="265" r:id="R1fc4b7c59a8a4d60"/>
    <p:sldId xmlns:r="http://schemas.openxmlformats.org/officeDocument/2006/relationships" id="266" r:id="R33ea77c3488a4625"/>
    <p:sldId xmlns:r="http://schemas.openxmlformats.org/officeDocument/2006/relationships" id="267" r:id="R8f3318731eeb4a75"/>
    <p:sldId xmlns:r="http://schemas.openxmlformats.org/officeDocument/2006/relationships" id="268" r:id="Raade177721cf48bd"/>
    <p:sldId xmlns:r="http://schemas.openxmlformats.org/officeDocument/2006/relationships" id="269" r:id="R5d91716568214e01"/>
    <p:sldId xmlns:r="http://schemas.openxmlformats.org/officeDocument/2006/relationships" id="270" r:id="R7d12cb44e7d54164"/>
    <p:sldId xmlns:r="http://schemas.openxmlformats.org/officeDocument/2006/relationships" id="271" r:id="Rfb3f7fc14b674945"/>
    <p:sldId xmlns:r="http://schemas.openxmlformats.org/officeDocument/2006/relationships" id="272" r:id="Rff337c8dd38e4113"/>
    <p:sldId xmlns:r="http://schemas.openxmlformats.org/officeDocument/2006/relationships" id="273" r:id="R735fad1af27042f1"/>
    <p:sldId xmlns:r="http://schemas.openxmlformats.org/officeDocument/2006/relationships" id="274" r:id="Ra0651d8d5ee14907"/>
    <p:sldId xmlns:r="http://schemas.openxmlformats.org/officeDocument/2006/relationships" id="275" r:id="R4bd1a9cc70054474"/>
    <p:sldId xmlns:r="http://schemas.openxmlformats.org/officeDocument/2006/relationships" id="276" r:id="R4d64056e24b44976"/>
    <p:sldId xmlns:r="http://schemas.openxmlformats.org/officeDocument/2006/relationships" id="277" r:id="Rfa69948d815c453a"/>
    <p:sldId xmlns:r="http://schemas.openxmlformats.org/officeDocument/2006/relationships" id="278" r:id="Rc67301e042fd4569"/>
    <p:sldId xmlns:r="http://schemas.openxmlformats.org/officeDocument/2006/relationships" id="279" r:id="Rdadfedb1402f48fb"/>
    <p:sldId xmlns:r="http://schemas.openxmlformats.org/officeDocument/2006/relationships" id="280" r:id="R574deb00313b4bd3"/>
    <p:sldId xmlns:r="http://schemas.openxmlformats.org/officeDocument/2006/relationships" id="281" r:id="R73a0dc75472c40d6"/>
    <p:sldId xmlns:r="http://schemas.openxmlformats.org/officeDocument/2006/relationships" id="282" r:id="Rf5441557bfd6445e"/>
    <p:sldId xmlns:r="http://schemas.openxmlformats.org/officeDocument/2006/relationships" id="283" r:id="R65510d3ade3e4087"/>
    <p:sldId xmlns:r="http://schemas.openxmlformats.org/officeDocument/2006/relationships" id="284" r:id="R8d7ddfd168fe4c4e"/>
    <p:sldId xmlns:r="http://schemas.openxmlformats.org/officeDocument/2006/relationships" id="285" r:id="Rf9873121b5374af6"/>
  </p:sldIdLst>
  <p:sldSz cx="12192000" cy="6858000"/>
  <p:notesSz cx="6858000" cy="9144000"/>
  <p:embeddedFontLst>
    <p:embeddedFont>
      <p:font typeface="OpenAI Sans"/>
      <p:regular xmlns:r="http://schemas.openxmlformats.org/officeDocument/2006/relationships" r:id="R608e1c2447004b10"/>
      <p:bold xmlns:r="http://schemas.openxmlformats.org/officeDocument/2006/relationships" r:id="Re100d9798e27402b"/>
      <p:italic xmlns:r="http://schemas.openxmlformats.org/officeDocument/2006/relationships" r:id="R2b14cb00e3944668"/>
      <p:boldItalic xmlns:r="http://schemas.openxmlformats.org/officeDocument/2006/relationships" r:id="R1de27b5702c1446f"/>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664c1c0cc5049ea" /><Relationship Type="http://schemas.openxmlformats.org/officeDocument/2006/relationships/slideMaster" Target="/ppt/slideMasters/slideMaster1.xml" Id="Re2730baed9e54b6b" /><Relationship Type="http://schemas.openxmlformats.org/officeDocument/2006/relationships/notesMaster" Target="/ppt/notesMasters/notesMaster1.xml" Id="Rdd1504ebdcc84692" /><Relationship Type="http://schemas.openxmlformats.org/officeDocument/2006/relationships/presProps" Target="/ppt/presProps.xml" Id="Rf48343d72e91475e" /><Relationship Type="http://schemas.openxmlformats.org/officeDocument/2006/relationships/viewProps" Target="/ppt/viewProps.xml" Id="Ra8d5509387104bf0" /><Relationship Type="http://schemas.openxmlformats.org/officeDocument/2006/relationships/tableStyles" Target="/ppt/tableStyles.xml" Id="R89452712aebe487c" /><Relationship Type="http://schemas.openxmlformats.org/officeDocument/2006/relationships/font" Target="/ppt/fonts/font.dat" Id="R608e1c2447004b10" /><Relationship Type="http://schemas.openxmlformats.org/officeDocument/2006/relationships/font" Target="/ppt/fonts/font2.dat" Id="Re100d9798e27402b" /><Relationship Type="http://schemas.openxmlformats.org/officeDocument/2006/relationships/font" Target="/ppt/fonts/font3.dat" Id="R2b14cb00e3944668" /><Relationship Type="http://schemas.openxmlformats.org/officeDocument/2006/relationships/font" Target="/ppt/fonts/font4.dat" Id="R1de27b5702c1446f" /><Relationship Type="http://schemas.openxmlformats.org/officeDocument/2006/relationships/slide" Target="/ppt/slides/slide1.xml" Id="R7d68e1d101b04b68" /><Relationship Type="http://schemas.openxmlformats.org/officeDocument/2006/relationships/slide" Target="/ppt/slides/slide2.xml" Id="R599120de0d5c4d63" /><Relationship Type="http://schemas.openxmlformats.org/officeDocument/2006/relationships/slide" Target="/ppt/slides/slide3.xml" Id="Rf2f4698244ce42b4" /><Relationship Type="http://schemas.openxmlformats.org/officeDocument/2006/relationships/slide" Target="/ppt/slides/slide4.xml" Id="Rad4c03fecce1441e" /><Relationship Type="http://schemas.openxmlformats.org/officeDocument/2006/relationships/slide" Target="/ppt/slides/slide5.xml" Id="R0295689deaf144e6" /><Relationship Type="http://schemas.openxmlformats.org/officeDocument/2006/relationships/slide" Target="/ppt/slides/slide6.xml" Id="R81c4f3bd49d64eda" /><Relationship Type="http://schemas.openxmlformats.org/officeDocument/2006/relationships/slide" Target="/ppt/slides/slide7.xml" Id="R0b13d5ab7f2f4f6d" /><Relationship Type="http://schemas.openxmlformats.org/officeDocument/2006/relationships/slide" Target="/ppt/slides/slide8.xml" Id="R6abdaf40926a4479" /><Relationship Type="http://schemas.openxmlformats.org/officeDocument/2006/relationships/slide" Target="/ppt/slides/slide9.xml" Id="R224676fd510549d7" /><Relationship Type="http://schemas.openxmlformats.org/officeDocument/2006/relationships/slide" Target="/ppt/slides/slide10.xml" Id="R1fc4b7c59a8a4d60" /><Relationship Type="http://schemas.openxmlformats.org/officeDocument/2006/relationships/slide" Target="/ppt/slides/slide11.xml" Id="R33ea77c3488a4625" /><Relationship Type="http://schemas.openxmlformats.org/officeDocument/2006/relationships/slide" Target="/ppt/slides/slide12.xml" Id="R8f3318731eeb4a75" /><Relationship Type="http://schemas.openxmlformats.org/officeDocument/2006/relationships/slide" Target="/ppt/slides/slide13.xml" Id="Raade177721cf48bd" /><Relationship Type="http://schemas.openxmlformats.org/officeDocument/2006/relationships/slide" Target="/ppt/slides/slide14.xml" Id="R5d91716568214e01" /><Relationship Type="http://schemas.openxmlformats.org/officeDocument/2006/relationships/slide" Target="/ppt/slides/slide15.xml" Id="R7d12cb44e7d54164" /><Relationship Type="http://schemas.openxmlformats.org/officeDocument/2006/relationships/slide" Target="/ppt/slides/slide16.xml" Id="Rfb3f7fc14b674945" /><Relationship Type="http://schemas.openxmlformats.org/officeDocument/2006/relationships/slide" Target="/ppt/slides/slide17.xml" Id="Rff337c8dd38e4113" /><Relationship Type="http://schemas.openxmlformats.org/officeDocument/2006/relationships/slide" Target="/ppt/slides/slide18.xml" Id="R735fad1af27042f1" /><Relationship Type="http://schemas.openxmlformats.org/officeDocument/2006/relationships/slide" Target="/ppt/slides/slide19.xml" Id="Ra0651d8d5ee14907" /><Relationship Type="http://schemas.openxmlformats.org/officeDocument/2006/relationships/slide" Target="/ppt/slides/slide20.xml" Id="R4bd1a9cc70054474" /><Relationship Type="http://schemas.openxmlformats.org/officeDocument/2006/relationships/slide" Target="/ppt/slides/slide21.xml" Id="R4d64056e24b44976" /><Relationship Type="http://schemas.openxmlformats.org/officeDocument/2006/relationships/slide" Target="/ppt/slides/slide22.xml" Id="Rfa69948d815c453a" /><Relationship Type="http://schemas.openxmlformats.org/officeDocument/2006/relationships/slide" Target="/ppt/slides/slide23.xml" Id="Rc67301e042fd4569" /><Relationship Type="http://schemas.openxmlformats.org/officeDocument/2006/relationships/slide" Target="/ppt/slides/slide24.xml" Id="Rdadfedb1402f48fb" /><Relationship Type="http://schemas.openxmlformats.org/officeDocument/2006/relationships/slide" Target="/ppt/slides/slide25.xml" Id="R574deb00313b4bd3" /><Relationship Type="http://schemas.openxmlformats.org/officeDocument/2006/relationships/slide" Target="/ppt/slides/slide26.xml" Id="R73a0dc75472c40d6" /><Relationship Type="http://schemas.openxmlformats.org/officeDocument/2006/relationships/slide" Target="/ppt/slides/slide27.xml" Id="Rf5441557bfd6445e" /><Relationship Type="http://schemas.openxmlformats.org/officeDocument/2006/relationships/slide" Target="/ppt/slides/slide28.xml" Id="R65510d3ade3e4087" /><Relationship Type="http://schemas.openxmlformats.org/officeDocument/2006/relationships/slide" Target="/ppt/slides/slide29.xml" Id="R8d7ddfd168fe4c4e" /><Relationship Type="http://schemas.openxmlformats.org/officeDocument/2006/relationships/slide" Target="/ppt/slides/slide30.xml" Id="Rf9873121b5374a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566cd1a28d481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cc71977f674303" /><Relationship Type="http://schemas.openxmlformats.org/officeDocument/2006/relationships/notesMaster" Target="/ppt/notesMasters/notesMaster1.xml" Id="Rb6522630cb974a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91473fec5b44ee" /><Relationship Type="http://schemas.openxmlformats.org/officeDocument/2006/relationships/notesMaster" Target="/ppt/notesMasters/notesMaster1.xml" Id="Ree370d5308b048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8f048eefde485e" /><Relationship Type="http://schemas.openxmlformats.org/officeDocument/2006/relationships/notesMaster" Target="/ppt/notesMasters/notesMaster1.xml" Id="R4705e916dba841e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5a6e33d4c44b5c" /><Relationship Type="http://schemas.openxmlformats.org/officeDocument/2006/relationships/notesMaster" Target="/ppt/notesMasters/notesMaster1.xml" Id="Rd6acf73d6f054c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3b756a44c84df7" /><Relationship Type="http://schemas.openxmlformats.org/officeDocument/2006/relationships/notesMaster" Target="/ppt/notesMasters/notesMaster1.xml" Id="Rdc680edec34b4f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1310000852c44db" /><Relationship Type="http://schemas.openxmlformats.org/officeDocument/2006/relationships/notesMaster" Target="/ppt/notesMasters/notesMaster1.xml" Id="R8288e86510ac42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8014b9a3554fe5" /><Relationship Type="http://schemas.openxmlformats.org/officeDocument/2006/relationships/notesMaster" Target="/ppt/notesMasters/notesMaster1.xml" Id="Rf0f0150af4fa43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961cc4ab104158" /><Relationship Type="http://schemas.openxmlformats.org/officeDocument/2006/relationships/notesMaster" Target="/ppt/notesMasters/notesMaster1.xml" Id="R7a915e617669468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c1fa97f2c04e5d" /><Relationship Type="http://schemas.openxmlformats.org/officeDocument/2006/relationships/notesMaster" Target="/ppt/notesMasters/notesMaster1.xml" Id="R9e084c1fa51341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9adc544c3c48e4" /><Relationship Type="http://schemas.openxmlformats.org/officeDocument/2006/relationships/notesMaster" Target="/ppt/notesMasters/notesMaster1.xml" Id="R6538222eb24b48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6d6515960b4a43" /><Relationship Type="http://schemas.openxmlformats.org/officeDocument/2006/relationships/notesMaster" Target="/ppt/notesMasters/notesMaster1.xml" Id="R3b4193ece00042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e0ebcb2dec4f85" /><Relationship Type="http://schemas.openxmlformats.org/officeDocument/2006/relationships/notesMaster" Target="/ppt/notesMasters/notesMaster1.xml" Id="R1dec0bfe2dbd4be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3402d52c424e7e" /><Relationship Type="http://schemas.openxmlformats.org/officeDocument/2006/relationships/notesMaster" Target="/ppt/notesMasters/notesMaster1.xml" Id="R8c22fa6e3c9c48a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fbe5cdb9aa4152" /><Relationship Type="http://schemas.openxmlformats.org/officeDocument/2006/relationships/notesMaster" Target="/ppt/notesMasters/notesMaster1.xml" Id="R5a2869504ff3495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44436cca364634" /><Relationship Type="http://schemas.openxmlformats.org/officeDocument/2006/relationships/notesMaster" Target="/ppt/notesMasters/notesMaster1.xml" Id="R7a493b907af34f1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30a43a0baea4a0d" /><Relationship Type="http://schemas.openxmlformats.org/officeDocument/2006/relationships/notesMaster" Target="/ppt/notesMasters/notesMaster1.xml" Id="Ra9ba2c518f0249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17fc25c0e1e4816" /><Relationship Type="http://schemas.openxmlformats.org/officeDocument/2006/relationships/notesMaster" Target="/ppt/notesMasters/notesMaster1.xml" Id="R673cee505d6a48f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d9925d4179b40a4" /><Relationship Type="http://schemas.openxmlformats.org/officeDocument/2006/relationships/notesMaster" Target="/ppt/notesMasters/notesMaster1.xml" Id="Rb508f9cdaae444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7a0d3586c214faa" /><Relationship Type="http://schemas.openxmlformats.org/officeDocument/2006/relationships/notesMaster" Target="/ppt/notesMasters/notesMaster1.xml" Id="R3676d57d85d145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506b0707414678" /><Relationship Type="http://schemas.openxmlformats.org/officeDocument/2006/relationships/notesMaster" Target="/ppt/notesMasters/notesMaster1.xml" Id="R4529f740f1e14b5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413cfe3133447a" /><Relationship Type="http://schemas.openxmlformats.org/officeDocument/2006/relationships/notesMaster" Target="/ppt/notesMasters/notesMaster1.xml" Id="R2a4e1b71ac5b422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60fcd491a934456" /><Relationship Type="http://schemas.openxmlformats.org/officeDocument/2006/relationships/notesMaster" Target="/ppt/notesMasters/notesMaster1.xml" Id="R218b7e90e16549a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b5bc6a0e914861" /><Relationship Type="http://schemas.openxmlformats.org/officeDocument/2006/relationships/notesMaster" Target="/ppt/notesMasters/notesMaster1.xml" Id="R231f937ba77544a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92484bb55ac4314" /><Relationship Type="http://schemas.openxmlformats.org/officeDocument/2006/relationships/notesMaster" Target="/ppt/notesMasters/notesMaster1.xml" Id="Rd62fb64833bd4e7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c753256f874301" /><Relationship Type="http://schemas.openxmlformats.org/officeDocument/2006/relationships/notesMaster" Target="/ppt/notesMasters/notesMaster1.xml" Id="R75c993b6f03a4dd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07bcf2a8bb44f4b" /><Relationship Type="http://schemas.openxmlformats.org/officeDocument/2006/relationships/notesMaster" Target="/ppt/notesMasters/notesMaster1.xml" Id="R5505cb5b051f435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44b0a20bf840a1" /><Relationship Type="http://schemas.openxmlformats.org/officeDocument/2006/relationships/notesMaster" Target="/ppt/notesMasters/notesMaster1.xml" Id="R7ebde034d0314fb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95d5a460b74439" /><Relationship Type="http://schemas.openxmlformats.org/officeDocument/2006/relationships/notesMaster" Target="/ppt/notesMasters/notesMaster1.xml" Id="Rc00ad0a046fb469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a267a2a27d047b9" /><Relationship Type="http://schemas.openxmlformats.org/officeDocument/2006/relationships/notesMaster" Target="/ppt/notesMasters/notesMaster1.xml" Id="R4b922b254a4b425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33df8cc7f814bf2" /><Relationship Type="http://schemas.openxmlformats.org/officeDocument/2006/relationships/notesMaster" Target="/ppt/notesMasters/notesMaster1.xml" Id="Rbb6de46c75d745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9–17.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a desk analogy: running out of desk space differs from scribbling over someone else’s paper. The old quiz guard is conceptual canary behavior. A callee may write through a valid pointer into caller-owned data, so not every cross-frame write is inherently illegal; the unexpected unauthorized overwrite is the problem. Canaries detect some corruption, ASLR changes predictability, and NX changes execution permissions. Do not imply the byte pattern identifies the exact buggy instruction.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https://firner.com/presentations/cs211/2026-Fall/cs211_09/; https://firner.com/presentations/cs211/2026-Fall/cs211_11/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word[4] is outside the 4-byte array and is undefined behavior. It is a bounds error, not proof the entire stack has run out.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unexpectedly changed guard suggests corruption, not normal stack cleanup. The exact effect and whether a crash occurs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db0c09c3c547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41b7e228ca437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27f445cebc41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b69e01634442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deef7516774b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f26e7668d3b483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76104a530e64c1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37e3f949ef4429b"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bd31a09bbb4224" /><Relationship Type="http://schemas.openxmlformats.org/officeDocument/2006/relationships/slideLayout" Target="/ppt/slideLayouts/slideLayout1.xml" Id="R15b8b3bd30d54c42" /><Relationship Type="http://schemas.openxmlformats.org/officeDocument/2006/relationships/slideLayout" Target="/ppt/slideLayouts/slideLayout2.xml" Id="R3bdd156fd53f43ab" /><Relationship Type="http://schemas.openxmlformats.org/officeDocument/2006/relationships/slideLayout" Target="/ppt/slideLayouts/slideLayout3.xml" Id="R62792a25c29644f7" /><Relationship Type="http://schemas.openxmlformats.org/officeDocument/2006/relationships/slideLayout" Target="/ppt/slideLayouts/slideLayout4.xml" Id="Rd94091917d1a42ff" /><Relationship Type="http://schemas.openxmlformats.org/officeDocument/2006/relationships/slideLayout" Target="/ppt/slideLayouts/slideLayout5.xml" Id="R86e93820104b4aed" /><Relationship Type="http://schemas.openxmlformats.org/officeDocument/2006/relationships/slideLayout" Target="/ppt/slideLayouts/slideLayout6.xml" Id="R717dfaea55e342cd" /><Relationship Type="http://schemas.openxmlformats.org/officeDocument/2006/relationships/slideLayout" Target="/ppt/slideLayouts/slideLayout7.xml" Id="R03d03b627e6647aa" /><Relationship Type="http://schemas.openxmlformats.org/officeDocument/2006/relationships/slideLayout" Target="/ppt/slideLayouts/slideLayout8.xml" Id="R4f1773dae1d54d4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15b8b3bd30d54c42"/>
    <p:sldLayoutId xmlns:r="http://schemas.openxmlformats.org/officeDocument/2006/relationships" id="2147483650" r:id="R3bdd156fd53f43ab"/>
    <p:sldLayoutId xmlns:r="http://schemas.openxmlformats.org/officeDocument/2006/relationships" id="2147483651" r:id="R62792a25c29644f7"/>
    <p:sldLayoutId xmlns:r="http://schemas.openxmlformats.org/officeDocument/2006/relationships" id="2147483652" r:id="Rd94091917d1a42ff"/>
    <p:sldLayoutId xmlns:r="http://schemas.openxmlformats.org/officeDocument/2006/relationships" id="2147483653" r:id="R86e93820104b4aed"/>
    <p:sldLayoutId xmlns:r="http://schemas.openxmlformats.org/officeDocument/2006/relationships" id="2147483654" r:id="R717dfaea55e342cd"/>
    <p:sldLayoutId xmlns:r="http://schemas.openxmlformats.org/officeDocument/2006/relationships" id="2147483655" r:id="R03d03b627e6647aa"/>
    <p:sldLayoutId xmlns:r="http://schemas.openxmlformats.org/officeDocument/2006/relationships" id="2147483656" r:id="R4f1773dae1d54d49"/>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91db0b54cf4b2b" /><Relationship Type="http://schemas.openxmlformats.org/officeDocument/2006/relationships/notesSlide" Target="/ppt/notesSlides/notesSlide1.xml" Id="R4a77e4fc17d044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c53ac7a68b24cf2" /><Relationship Type="http://schemas.openxmlformats.org/officeDocument/2006/relationships/notesSlide" Target="/ppt/notesSlides/notesSlide2.xml" Id="R07045261129c4b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a608cd69c924b3e" /><Relationship Type="http://schemas.openxmlformats.org/officeDocument/2006/relationships/notesSlide" Target="/ppt/notesSlides/notesSlide3.xml" Id="R3d252179ac2441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9cf271dfccb42d5" /><Relationship Type="http://schemas.openxmlformats.org/officeDocument/2006/relationships/notesSlide" Target="/ppt/notesSlides/notesSlide4.xml" Id="R1314b9576b474c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d841f0e875e4172" /><Relationship Type="http://schemas.openxmlformats.org/officeDocument/2006/relationships/notesSlide" Target="/ppt/notesSlides/notesSlide5.xml" Id="Rb71eee18615647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8aba8fe513b400e" /><Relationship Type="http://schemas.openxmlformats.org/officeDocument/2006/relationships/notesSlide" Target="/ppt/notesSlides/notesSlide6.xml" Id="R642468d511da4f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e623dc211e4882" /><Relationship Type="http://schemas.openxmlformats.org/officeDocument/2006/relationships/notesSlide" Target="/ppt/notesSlides/notesSlide7.xml" Id="R4fd8dc5090014d4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3a955ce2c93473d" /><Relationship Type="http://schemas.openxmlformats.org/officeDocument/2006/relationships/notesSlide" Target="/ppt/notesSlides/notesSlide8.xml" Id="R2b9324003b8542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a02abf8ded45cd" /><Relationship Type="http://schemas.openxmlformats.org/officeDocument/2006/relationships/notesSlide" Target="/ppt/notesSlides/notesSlide9.xml" Id="R59574811e4ed48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67e3fbb12d24161" /><Relationship Type="http://schemas.openxmlformats.org/officeDocument/2006/relationships/notesSlide" Target="/ppt/notesSlides/notesSlide10.xml" Id="R9cfb6ea6a7bb41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4eb2a78bdf648fd" /><Relationship Type="http://schemas.openxmlformats.org/officeDocument/2006/relationships/notesSlide" Target="/ppt/notesSlides/notesSlide11.xml" Id="Redd1c789211b48b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69ddf7c83664359" /><Relationship Type="http://schemas.openxmlformats.org/officeDocument/2006/relationships/notesSlide" Target="/ppt/notesSlides/notesSlide12.xml" Id="R81cc3f8a365148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b438696a4c24387" /><Relationship Type="http://schemas.openxmlformats.org/officeDocument/2006/relationships/notesSlide" Target="/ppt/notesSlides/notesSlide13.xml" Id="Ra477ff34138844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99b3f42ca7f499a" /><Relationship Type="http://schemas.openxmlformats.org/officeDocument/2006/relationships/notesSlide" Target="/ppt/notesSlides/notesSlide14.xml" Id="R0d7716c69625434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7cfe52683254a7a" /><Relationship Type="http://schemas.openxmlformats.org/officeDocument/2006/relationships/notesSlide" Target="/ppt/notesSlides/notesSlide15.xml" Id="R20e4d45337fd43a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ea9f71a5a8a4a98" /><Relationship Type="http://schemas.openxmlformats.org/officeDocument/2006/relationships/notesSlide" Target="/ppt/notesSlides/notesSlide16.xml" Id="R4e4055cda8f849f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ad43156e935429f" /><Relationship Type="http://schemas.openxmlformats.org/officeDocument/2006/relationships/notesSlide" Target="/ppt/notesSlides/notesSlide17.xml" Id="R8af983a8f27b46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38d712b2a5f49ce" /><Relationship Type="http://schemas.openxmlformats.org/officeDocument/2006/relationships/notesSlide" Target="/ppt/notesSlides/notesSlide18.xml" Id="R0602616fff5e4ec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fcc2b0ea4584cde" /><Relationship Type="http://schemas.openxmlformats.org/officeDocument/2006/relationships/notesSlide" Target="/ppt/notesSlides/notesSlide19.xml" Id="R3378223a25284b0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2806196adce4878" /><Relationship Type="http://schemas.openxmlformats.org/officeDocument/2006/relationships/notesSlide" Target="/ppt/notesSlides/notesSlide20.xml" Id="Rd7fe517ebe214f7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de2129bfd854238" /><Relationship Type="http://schemas.openxmlformats.org/officeDocument/2006/relationships/notesSlide" Target="/ppt/notesSlides/notesSlide21.xml" Id="R5072e182904c439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0f6a9c0e36843a4" /><Relationship Type="http://schemas.openxmlformats.org/officeDocument/2006/relationships/notesSlide" Target="/ppt/notesSlides/notesSlide22.xml" Id="R66365109865841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bfd0f34fc3543c1" /><Relationship Type="http://schemas.openxmlformats.org/officeDocument/2006/relationships/notesSlide" Target="/ppt/notesSlides/notesSlide23.xml" Id="R9384b5f6db8d43e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27aa37257874eee" /><Relationship Type="http://schemas.openxmlformats.org/officeDocument/2006/relationships/notesSlide" Target="/ppt/notesSlides/notesSlide24.xml" Id="Rda1e1e051c3f44b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ace11601be24b87" /><Relationship Type="http://schemas.openxmlformats.org/officeDocument/2006/relationships/notesSlide" Target="/ppt/notesSlides/notesSlide25.xml" Id="R7c8e7042c2a8492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2f1c2caadea43b3" /><Relationship Type="http://schemas.openxmlformats.org/officeDocument/2006/relationships/notesSlide" Target="/ppt/notesSlides/notesSlide26.xml" Id="Rbc47911701214a6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4336d169bc242d3" /><Relationship Type="http://schemas.openxmlformats.org/officeDocument/2006/relationships/notesSlide" Target="/ppt/notesSlides/notesSlide27.xml" Id="R0090a05795c54b2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50352053835444b" /><Relationship Type="http://schemas.openxmlformats.org/officeDocument/2006/relationships/notesSlide" Target="/ppt/notesSlides/notesSlide28.xml" Id="Rc7f793af823a4c5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9ed6c058cd54592" /><Relationship Type="http://schemas.openxmlformats.org/officeDocument/2006/relationships/notesSlide" Target="/ppt/notesSlides/notesSlide29.xml" Id="Rb4f24977434e4f7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b0a841fd2824598" /><Relationship Type="http://schemas.openxmlformats.org/officeDocument/2006/relationships/notesSlide" Target="/ppt/notesSlides/notesSlide30.xml" Id="Rbf6c59873b7f482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672C00B6-3243-4B6E-851A-44104A944240}"/>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7CDE3D4-3334-4EEE-BBCA-5616AEE1009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F198C445-5161-454C-96BD-58E9F698CCE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498B7EAC-8B8F-4F0C-9421-FC1F053285C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6EB8A47F-6B2E-4ADB-93D5-AAB6784DD97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3F85962B-2FD9-4219-9D45-E8B8A86EA0C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F0C067B6-61CD-4C92-BA29-CEEE39A771F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FECEEAC4-8E77-4099-B8FF-4843DF6F5C3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82E021C4-0CA4-4FD7-9A21-06231B6DDF4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3C9E9A29-1F76-4B71-AB96-EC661CF8BC86}"/>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4698B99D-ACE1-4432-A75A-2277009F6E7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3805E744-1A0F-41EA-950E-E5AC13311F4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45D0A285-3B1A-4A84-8DD0-A60B3461E75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05D63010-2970-4521-8158-18CAAC94DD8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E736BE7D-115A-4F0D-97C1-430C93B52E58}"/>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A1364B4-9C7F-49AC-AA46-4521C616671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530237C3-91F9-427B-B950-CB162DC524A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128DB647-1AB6-44AB-9540-5C0CBA92FB8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957C10D5-6078-46DC-959D-F79CB6F1267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C9EBB754-0619-4E36-8E0A-D936A246016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exhaustion and stack corruption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Exhaustion: too many active frames or large local allocations use up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Corruption: code writes outside a valid object and may overwrite nearby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canary is a marker checked for unexpected change.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char word[4];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Valid indexes: 0,1,2,3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word[4] = 0;  //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Canary: detects some overwrites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ASLR: makes addresses less predictable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NX: blocks execution from data pages</a:t>
            </a:r>
          </a:p>
        </p:txBody>
      </p:sp>
      <p:sp>
        <p:nvSpPr>
          <p:cNvPr id="534" name="Takeaway">
            <a:extLst xmlns:a="http://schemas.openxmlformats.org/drawingml/2006/main">
              <a:ext uri="{FF2B5EF4-FFF2-40B4-BE49-F238E27FC236}">
                <a16:creationId xmlns:a16="http://schemas.microsoft.com/office/drawing/2014/main" id="{EA9276A2-46EF-4D73-8D08-46BCBA819C9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Why is word[4] invalid? What does an unexpectedly changed guard suggest?</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9413E870-2EA1-4A77-9C6A-DFE9B20E25E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07EEB422-E6CC-44AD-B43C-EF098E30118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5BA3EF08-28FD-4090-9CDC-517B88F6C82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892F17AA-7048-4B21-B2B4-F588175E1970}"/>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E04588D-4CB6-47B1-AE72-565046C62D6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58AB3541-69CC-4A88-923F-9B809C26579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8FC80085-0CB6-4781-9B2F-EEA24965EDF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E576E655-4291-46C9-82E1-8BDA563E72C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B36847A7-6E6B-48F5-9CE6-A3EA048B512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86129679-6608-40DA-91B3-2AD17D91775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96B91709-A055-4146-A099-BB7584BBF9A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5CEBB2C4-8C45-4CE1-8A00-EFBDC3F67A5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2026-10-23T04:50:50.7260000Z</dcterms:created>
  <dcterms:modified xsi:type="dcterms:W3CDTF">2026-10-23T04:50:50.7270000Z</dcterms:modified>
</coreProperties>
</file>